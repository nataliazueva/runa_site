
<file path=[Content_Types].xml><?xml version="1.0" encoding="utf-8"?>
<Types xmlns="http://schemas.openxmlformats.org/package/2006/content-types">
  <Default Extension="bmp" ContentType="image/bmp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768" r:id="rId4"/>
  </p:sldMasterIdLst>
  <p:notesMasterIdLst>
    <p:notesMasterId r:id="rId14"/>
  </p:notesMasterIdLst>
  <p:handoutMasterIdLst>
    <p:handoutMasterId r:id="rId15"/>
  </p:handoutMasterIdLst>
  <p:sldIdLst>
    <p:sldId id="256" r:id="rId5"/>
    <p:sldId id="264" r:id="rId6"/>
    <p:sldId id="265" r:id="rId7"/>
    <p:sldId id="267" r:id="rId8"/>
    <p:sldId id="266" r:id="rId9"/>
    <p:sldId id="268" r:id="rId10"/>
    <p:sldId id="271" r:id="rId11"/>
    <p:sldId id="269" r:id="rId12"/>
    <p:sldId id="270" r:id="rId13"/>
  </p:sldIdLst>
  <p:sldSz cx="12192000" cy="6858000"/>
  <p:notesSz cx="6858000" cy="9144000"/>
  <p:defaultTextStyle>
    <a:defPPr rtl="0">
      <a:defRPr lang="ru-ru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5" autoAdjust="0"/>
    <p:restoredTop sz="94605" autoAdjust="0"/>
  </p:normalViewPr>
  <p:slideViewPr>
    <p:cSldViewPr snapToGrid="0">
      <p:cViewPr>
        <p:scale>
          <a:sx n="75" d="100"/>
          <a:sy n="75" d="100"/>
        </p:scale>
        <p:origin x="312" y="30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77" d="100"/>
          <a:sy n="77" d="100"/>
        </p:scale>
        <p:origin x="4008" y="90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theme" Target="theme/theme1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viewProps" Target="viewProps.xml"/><Relationship Id="rId2" Type="http://schemas.openxmlformats.org/officeDocument/2006/relationships/customXml" Target="../customXml/item2.xml"/><Relationship Id="rId16" Type="http://schemas.openxmlformats.org/officeDocument/2006/relationships/presProps" Target="presProp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handoutMaster" Target="handoutMasters/handoutMaster1.xml"/><Relationship Id="rId10" Type="http://schemas.openxmlformats.org/officeDocument/2006/relationships/slide" Target="slides/slide6.xml"/><Relationship Id="rId19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notesMaster" Target="notesMasters/notes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>
            <a:extLst>
              <a:ext uri="{FF2B5EF4-FFF2-40B4-BE49-F238E27FC236}">
                <a16:creationId xmlns:a16="http://schemas.microsoft.com/office/drawing/2014/main" id="{C66C66A4-3E9A-4D48-AE19-59B11A0216A9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3" name="Дата 2">
            <a:extLst>
              <a:ext uri="{FF2B5EF4-FFF2-40B4-BE49-F238E27FC236}">
                <a16:creationId xmlns:a16="http://schemas.microsoft.com/office/drawing/2014/main" id="{10055A39-7BD8-4CB2-9E4E-D5F38D84B29D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4511ECE-97D8-44F9-9C7A-DB1AC630DFAC}" type="datetime1">
              <a:rPr lang="ru-RU" smtClean="0"/>
              <a:t>31.05.2022</a:t>
            </a:fld>
            <a:endParaRPr lang="ru-RU" dirty="0"/>
          </a:p>
        </p:txBody>
      </p:sp>
      <p:sp>
        <p:nvSpPr>
          <p:cNvPr id="4" name="Нижний колонтитул 3">
            <a:extLst>
              <a:ext uri="{FF2B5EF4-FFF2-40B4-BE49-F238E27FC236}">
                <a16:creationId xmlns:a16="http://schemas.microsoft.com/office/drawing/2014/main" id="{8CAEB401-D353-45E5-8280-0606CCCBED2A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D807E761-7F7A-4D2C-8944-3B49A5CD8DE6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95F53B4-0D05-421F-85D3-F311BA4EBDD9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406858845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u-RU" noProof="0"/>
          </a:p>
        </p:txBody>
      </p:sp>
      <p:sp>
        <p:nvSpPr>
          <p:cNvPr id="3" name="Дата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8EEBA56-40D1-4E05-9DDD-CA1A1A679143}" type="datetime1">
              <a:rPr lang="ru-RU" smtClean="0"/>
              <a:pPr/>
              <a:t>31.05.2022</a:t>
            </a:fld>
            <a:endParaRPr lang="ru-RU" dirty="0"/>
          </a:p>
        </p:txBody>
      </p:sp>
      <p:sp>
        <p:nvSpPr>
          <p:cNvPr id="4" name="Образ слайда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u-RU" noProof="0"/>
          </a:p>
        </p:txBody>
      </p:sp>
      <p:sp>
        <p:nvSpPr>
          <p:cNvPr id="5" name="Заметки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ru-RU" noProof="0"/>
              <a:t>Образец текста</a:t>
            </a:r>
          </a:p>
          <a:p>
            <a:pPr lvl="1"/>
            <a:r>
              <a:rPr lang="ru-RU" noProof="0"/>
              <a:t>Второй уровень</a:t>
            </a:r>
          </a:p>
          <a:p>
            <a:pPr lvl="2"/>
            <a:r>
              <a:rPr lang="ru-RU" noProof="0"/>
              <a:t>Третий уровень</a:t>
            </a:r>
          </a:p>
          <a:p>
            <a:pPr lvl="3"/>
            <a:r>
              <a:rPr lang="ru-RU" noProof="0"/>
              <a:t>Четвертый уровень</a:t>
            </a:r>
          </a:p>
          <a:p>
            <a:pPr lvl="4"/>
            <a:r>
              <a:rPr lang="ru-RU" noProof="0"/>
              <a:t>Пятый уровень</a:t>
            </a:r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u-RU" noProof="0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BC41A3B-8407-4A4E-B5A6-988BD64132E7}" type="slidenum">
              <a:rPr lang="ru-RU" noProof="0" smtClean="0"/>
              <a:t>‹#›</a:t>
            </a:fld>
            <a:endParaRPr lang="ru-RU" noProof="0"/>
          </a:p>
        </p:txBody>
      </p:sp>
    </p:spTree>
    <p:extLst>
      <p:ext uri="{BB962C8B-B14F-4D97-AF65-F5344CB8AC3E}">
        <p14:creationId xmlns:p14="http://schemas.microsoft.com/office/powerpoint/2010/main" val="88982402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BC41A3B-8407-4A4E-B5A6-988BD64132E7}" type="slidenum">
              <a:rPr lang="ru-RU" smtClean="0"/>
              <a:t>1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97117122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bmp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bmp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Прямоугольник 15"/>
          <p:cNvSpPr/>
          <p:nvPr/>
        </p:nvSpPr>
        <p:spPr>
          <a:xfrm>
            <a:off x="1" y="0"/>
            <a:ext cx="12192000" cy="6858000"/>
          </a:xfrm>
          <a:prstGeom prst="rect">
            <a:avLst/>
          </a:prstGeom>
          <a:blipFill dpi="0" rotWithShape="1">
            <a:blip r:embed="rId2">
              <a:alphaModFix amt="45000"/>
              <a:duotone>
                <a:schemeClr val="accent2">
                  <a:shade val="45000"/>
                  <a:satMod val="135000"/>
                </a:schemeClr>
                <a:prstClr val="white"/>
              </a:duotone>
            </a:blip>
            <a:srcRect/>
            <a:tile tx="-31750" ty="-120650" sx="100000" sy="100000" flip="xy" algn="tl"/>
          </a:blipFill>
          <a:ln w="19050" cmpd="sng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0" name="Прямоугольник 9"/>
          <p:cNvSpPr/>
          <p:nvPr/>
        </p:nvSpPr>
        <p:spPr>
          <a:xfrm>
            <a:off x="1307870" y="1267730"/>
            <a:ext cx="9576262" cy="4307950"/>
          </a:xfrm>
          <a:prstGeom prst="rect">
            <a:avLst/>
          </a:prstGeom>
          <a:solidFill>
            <a:schemeClr val="tx1"/>
          </a:solidFill>
          <a:ln w="6350" cap="flat" cmpd="sng" algn="ctr">
            <a:solidFill>
              <a:schemeClr val="tx1">
                <a:lumMod val="65000"/>
                <a:lumOff val="35000"/>
              </a:schemeClr>
            </a:solidFill>
            <a:prstDash val="solid"/>
          </a:ln>
          <a:effectLst>
            <a:outerShdw blurRad="63500" algn="ctr" rotWithShape="0">
              <a:prstClr val="black">
                <a:alpha val="40000"/>
              </a:prstClr>
            </a:outerShdw>
            <a:softEdge rad="0"/>
          </a:effectLst>
        </p:spPr>
      </p:sp>
      <p:sp>
        <p:nvSpPr>
          <p:cNvPr id="11" name="Прямоугольник 10"/>
          <p:cNvSpPr/>
          <p:nvPr/>
        </p:nvSpPr>
        <p:spPr>
          <a:xfrm>
            <a:off x="1447801" y="1411615"/>
            <a:ext cx="9296400" cy="4034770"/>
          </a:xfrm>
          <a:prstGeom prst="rect">
            <a:avLst/>
          </a:prstGeom>
          <a:solidFill>
            <a:schemeClr val="bg2"/>
          </a:solidFill>
          <a:ln w="9525" cap="sq" cmpd="sng" algn="ctr">
            <a:noFill/>
            <a:prstDash val="solid"/>
            <a:miter lim="800000"/>
          </a:ln>
          <a:effectLst/>
        </p:spPr>
      </p:sp>
      <p:sp>
        <p:nvSpPr>
          <p:cNvPr id="15" name="Прямоугольник 14"/>
          <p:cNvSpPr/>
          <p:nvPr/>
        </p:nvSpPr>
        <p:spPr>
          <a:xfrm>
            <a:off x="5135880" y="1267730"/>
            <a:ext cx="1920240" cy="731520"/>
          </a:xfrm>
          <a:prstGeom prst="rect">
            <a:avLst/>
          </a:prstGeom>
          <a:solidFill>
            <a:schemeClr val="accent1"/>
          </a:solidFill>
          <a:ln>
            <a:noFill/>
          </a:ln>
          <a:effectLst>
            <a:outerShdw blurRad="50800" dist="127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grpSp>
        <p:nvGrpSpPr>
          <p:cNvPr id="4" name="Группа 3"/>
          <p:cNvGrpSpPr/>
          <p:nvPr/>
        </p:nvGrpSpPr>
        <p:grpSpPr>
          <a:xfrm>
            <a:off x="5250180" y="1267730"/>
            <a:ext cx="1691640" cy="645295"/>
            <a:chOff x="5318306" y="1386268"/>
            <a:chExt cx="1567331" cy="645295"/>
          </a:xfrm>
        </p:grpSpPr>
        <p:cxnSp>
          <p:nvCxnSpPr>
            <p:cNvPr id="17" name="Прямая соединительная линия 16"/>
            <p:cNvCxnSpPr/>
            <p:nvPr/>
          </p:nvCxnSpPr>
          <p:spPr>
            <a:xfrm>
              <a:off x="5318306" y="1386268"/>
              <a:ext cx="0" cy="640080"/>
            </a:xfrm>
            <a:prstGeom prst="line">
              <a:avLst/>
            </a:prstGeom>
            <a:solidFill>
              <a:schemeClr val="tx1">
                <a:lumMod val="85000"/>
                <a:lumOff val="15000"/>
              </a:schemeClr>
            </a:solidFill>
            <a:ln>
              <a:solidFill>
                <a:srgbClr val="FFFFFF"/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Прямая соединительная линия 17"/>
            <p:cNvCxnSpPr/>
            <p:nvPr/>
          </p:nvCxnSpPr>
          <p:spPr>
            <a:xfrm>
              <a:off x="6885637" y="1386268"/>
              <a:ext cx="0" cy="640080"/>
            </a:xfrm>
            <a:prstGeom prst="line">
              <a:avLst/>
            </a:prstGeom>
            <a:solidFill>
              <a:schemeClr val="tx1">
                <a:lumMod val="85000"/>
                <a:lumOff val="15000"/>
              </a:schemeClr>
            </a:solidFill>
            <a:ln>
              <a:solidFill>
                <a:srgbClr val="FFFFFF"/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Прямая соединительная линия 18"/>
            <p:cNvCxnSpPr/>
            <p:nvPr/>
          </p:nvCxnSpPr>
          <p:spPr>
            <a:xfrm>
              <a:off x="5318306" y="2031563"/>
              <a:ext cx="1567331" cy="0"/>
            </a:xfrm>
            <a:prstGeom prst="line">
              <a:avLst/>
            </a:prstGeom>
            <a:solidFill>
              <a:schemeClr val="tx1">
                <a:lumMod val="85000"/>
                <a:lumOff val="15000"/>
              </a:schemeClr>
            </a:solidFill>
            <a:ln>
              <a:solidFill>
                <a:srgbClr val="FFFFFF"/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Заголовок 1"/>
          <p:cNvSpPr>
            <a:spLocks noGrp="1"/>
          </p:cNvSpPr>
          <p:nvPr>
            <p:ph type="ctrTitle"/>
          </p:nvPr>
        </p:nvSpPr>
        <p:spPr>
          <a:xfrm>
            <a:off x="1561708" y="2091263"/>
            <a:ext cx="9068586" cy="2590800"/>
          </a:xfrm>
        </p:spPr>
        <p:txBody>
          <a:bodyPr tIns="45720" bIns="45720" rtlCol="0" anchor="ctr">
            <a:noAutofit/>
          </a:bodyPr>
          <a:lstStyle>
            <a:lvl1pPr algn="ctr">
              <a:lnSpc>
                <a:spcPct val="83000"/>
              </a:lnSpc>
              <a:defRPr lang="en-US" sz="7200" b="0" kern="1200" cap="all" spc="-100" baseline="0" dirty="0">
                <a:solidFill>
                  <a:schemeClr val="tx1"/>
                </a:solidFill>
                <a:effectLst>
                  <a:outerShdw blurRad="38100" dist="12700" dir="2700000" algn="tl" rotWithShape="0">
                    <a:prstClr val="black">
                      <a:alpha val="40000"/>
                    </a:prstClr>
                  </a:outerShdw>
                </a:effectLst>
                <a:latin typeface="+mj-lt"/>
                <a:ea typeface="+mn-ea"/>
                <a:cs typeface="+mn-cs"/>
              </a:defRPr>
            </a:lvl1pPr>
          </a:lstStyle>
          <a:p>
            <a:pPr rtl="0"/>
            <a:r>
              <a:rPr lang="ru-RU" noProof="0"/>
              <a:t>Образец заголовка</a:t>
            </a:r>
          </a:p>
        </p:txBody>
      </p:sp>
      <p:sp>
        <p:nvSpPr>
          <p:cNvPr id="3" name="Подзаголовок 2"/>
          <p:cNvSpPr>
            <a:spLocks noGrp="1"/>
          </p:cNvSpPr>
          <p:nvPr>
            <p:ph type="subTitle" idx="1"/>
          </p:nvPr>
        </p:nvSpPr>
        <p:spPr>
          <a:xfrm>
            <a:off x="1562100" y="4682062"/>
            <a:ext cx="9070848" cy="457201"/>
          </a:xfrm>
        </p:spPr>
        <p:txBody>
          <a:bodyPr rtlCol="0">
            <a:normAutofit/>
          </a:bodyPr>
          <a:lstStyle>
            <a:lvl1pPr marL="0" indent="0" algn="ctr">
              <a:spcBef>
                <a:spcPts val="0"/>
              </a:spcBef>
              <a:buNone/>
              <a:defRPr sz="1600" spc="80" baseline="0">
                <a:solidFill>
                  <a:schemeClr val="tx2"/>
                </a:solidFill>
              </a:defRPr>
            </a:lvl1pPr>
            <a:lvl2pPr marL="457200" indent="0" algn="ctr">
              <a:buNone/>
              <a:defRPr sz="1600"/>
            </a:lvl2pPr>
            <a:lvl3pPr marL="914400" indent="0" algn="ctr">
              <a:buNone/>
              <a:defRPr sz="16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pPr rtl="0"/>
            <a:r>
              <a:rPr lang="ru-RU" noProof="0"/>
              <a:t>Образец подзаголовка</a:t>
            </a:r>
          </a:p>
        </p:txBody>
      </p:sp>
      <p:sp>
        <p:nvSpPr>
          <p:cNvPr id="20" name="Дата 19"/>
          <p:cNvSpPr>
            <a:spLocks noGrp="1"/>
          </p:cNvSpPr>
          <p:nvPr>
            <p:ph type="dt" sz="half" idx="10"/>
          </p:nvPr>
        </p:nvSpPr>
        <p:spPr>
          <a:xfrm>
            <a:off x="5318760" y="1341255"/>
            <a:ext cx="1554480" cy="527213"/>
          </a:xfrm>
        </p:spPr>
        <p:txBody>
          <a:bodyPr rtlCol="0"/>
          <a:lstStyle>
            <a:lvl1pPr algn="ctr">
              <a:defRPr sz="1300" spc="0" baseline="0">
                <a:solidFill>
                  <a:srgbClr val="FFFFFF"/>
                </a:solidFill>
                <a:latin typeface="+mn-lt"/>
              </a:defRPr>
            </a:lvl1pPr>
          </a:lstStyle>
          <a:p>
            <a:pPr rtl="0"/>
            <a:fld id="{C25A7E61-1BBB-461A-A3DA-7941C5BB961C}" type="datetime1">
              <a:rPr lang="ru-RU" noProof="0" smtClean="0"/>
              <a:t>31.05.2022</a:t>
            </a:fld>
            <a:endParaRPr lang="ru-RU" noProof="0"/>
          </a:p>
        </p:txBody>
      </p:sp>
      <p:sp>
        <p:nvSpPr>
          <p:cNvPr id="21" name="Нижний колонтитул 20"/>
          <p:cNvSpPr>
            <a:spLocks noGrp="1"/>
          </p:cNvSpPr>
          <p:nvPr>
            <p:ph type="ftr" sz="quarter" idx="11"/>
          </p:nvPr>
        </p:nvSpPr>
        <p:spPr>
          <a:xfrm>
            <a:off x="1453896" y="5212080"/>
            <a:ext cx="5905500" cy="228600"/>
          </a:xfrm>
        </p:spPr>
        <p:txBody>
          <a:bodyPr rtlCol="0"/>
          <a:lstStyle>
            <a:lvl1pPr algn="l">
              <a:defRPr>
                <a:solidFill>
                  <a:schemeClr val="tx2"/>
                </a:solidFill>
              </a:defRPr>
            </a:lvl1pPr>
          </a:lstStyle>
          <a:p>
            <a:pPr rtl="0"/>
            <a:endParaRPr lang="ru-RU" noProof="0"/>
          </a:p>
        </p:txBody>
      </p:sp>
      <p:sp>
        <p:nvSpPr>
          <p:cNvPr id="22" name="Номер слайда 21"/>
          <p:cNvSpPr>
            <a:spLocks noGrp="1"/>
          </p:cNvSpPr>
          <p:nvPr>
            <p:ph type="sldNum" sz="quarter" idx="12"/>
          </p:nvPr>
        </p:nvSpPr>
        <p:spPr>
          <a:xfrm>
            <a:off x="8606919" y="5212080"/>
            <a:ext cx="2111881" cy="228600"/>
          </a:xfrm>
        </p:spPr>
        <p:txBody>
          <a:bodyPr rtlCol="0"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pPr rtl="0"/>
            <a:fld id="{4FAB73BC-B049-4115-A692-8D63A059BFB8}" type="slidenum">
              <a:rPr lang="ru-RU" noProof="0" smtClean="0"/>
              <a:pPr/>
              <a:t>‹#›</a:t>
            </a:fld>
            <a:endParaRPr lang="ru-RU" noProof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pPr rtl="0"/>
            <a:r>
              <a:rPr lang="ru-RU" noProof="0"/>
              <a:t>Образец заголовка</a:t>
            </a:r>
          </a:p>
        </p:txBody>
      </p:sp>
      <p:sp>
        <p:nvSpPr>
          <p:cNvPr id="3" name="Объект 2"/>
          <p:cNvSpPr>
            <a:spLocks noGrp="1"/>
          </p:cNvSpPr>
          <p:nvPr>
            <p:ph idx="1"/>
          </p:nvPr>
        </p:nvSpPr>
        <p:spPr/>
        <p:txBody>
          <a:bodyPr rtlCol="0"/>
          <a:lstStyle>
            <a:lvl1pPr>
              <a:defRPr sz="1800"/>
            </a:lvl1pPr>
          </a:lstStyle>
          <a:p>
            <a:pPr lvl="0" rtl="0"/>
            <a:r>
              <a:rPr lang="ru-RU" noProof="0"/>
              <a:t>Образец текста</a:t>
            </a:r>
          </a:p>
          <a:p>
            <a:pPr lvl="1" rtl="0"/>
            <a:r>
              <a:rPr lang="ru-RU" noProof="0"/>
              <a:t>Второй уровень</a:t>
            </a:r>
          </a:p>
          <a:p>
            <a:pPr lvl="2" rtl="0"/>
            <a:r>
              <a:rPr lang="ru-RU" noProof="0"/>
              <a:t>Третий уровень</a:t>
            </a:r>
          </a:p>
          <a:p>
            <a:pPr lvl="3" rtl="0"/>
            <a:r>
              <a:rPr lang="ru-RU" noProof="0"/>
              <a:t>Четвертый уровень</a:t>
            </a:r>
          </a:p>
          <a:p>
            <a:pPr lvl="4" rtl="0"/>
            <a:r>
              <a:rPr lang="ru-RU" noProof="0"/>
              <a:t>Пятый уровень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pPr rtl="0"/>
            <a:fld id="{AF4C9AFD-A4DD-4E73-ADEE-77437DA12583}" type="datetime1">
              <a:rPr lang="ru-RU" noProof="0" smtClean="0"/>
              <a:t>31.05.2022</a:t>
            </a:fld>
            <a:endParaRPr lang="ru-RU" noProof="0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pPr rtl="0"/>
            <a:endParaRPr lang="ru-RU" noProof="0"/>
          </a:p>
        </p:txBody>
      </p:sp>
      <p:sp>
        <p:nvSpPr>
          <p:cNvPr id="6" name="Номер слайда 5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pPr rtl="0"/>
            <a:fld id="{4FAB73BC-B049-4115-A692-8D63A059BFB8}" type="slidenum">
              <a:rPr lang="ru-RU" noProof="0" smtClean="0"/>
              <a:pPr/>
              <a:t>‹#›</a:t>
            </a:fld>
            <a:endParaRPr lang="ru-RU" noProof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Прямоугольник 18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blipFill dpi="0" rotWithShape="1">
            <a:blip r:embed="rId2">
              <a:alphaModFix amt="40000"/>
              <a:duotone>
                <a:schemeClr val="accent3">
                  <a:shade val="45000"/>
                  <a:satMod val="135000"/>
                </a:schemeClr>
                <a:prstClr val="white"/>
              </a:duotone>
            </a:blip>
            <a:srcRect/>
            <a:tile tx="-31750" ty="-120650" sx="100000" sy="100000" flip="xy" algn="tl"/>
          </a:blipFill>
          <a:ln w="19050" cmpd="sng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3" name="Прямоугольник 22"/>
          <p:cNvSpPr/>
          <p:nvPr/>
        </p:nvSpPr>
        <p:spPr>
          <a:xfrm>
            <a:off x="1307870" y="1267730"/>
            <a:ext cx="9576262" cy="4307950"/>
          </a:xfrm>
          <a:prstGeom prst="rect">
            <a:avLst/>
          </a:prstGeom>
          <a:solidFill>
            <a:schemeClr val="tx1"/>
          </a:solidFill>
          <a:ln w="6350" cap="flat" cmpd="sng" algn="ctr">
            <a:solidFill>
              <a:schemeClr val="tx1">
                <a:lumMod val="65000"/>
                <a:lumOff val="35000"/>
              </a:schemeClr>
            </a:solidFill>
            <a:prstDash val="solid"/>
          </a:ln>
          <a:effectLst>
            <a:outerShdw blurRad="63500" algn="ctr" rotWithShape="0">
              <a:prstClr val="black">
                <a:alpha val="40000"/>
              </a:prstClr>
            </a:outerShdw>
            <a:softEdge rad="0"/>
          </a:effectLst>
        </p:spPr>
      </p:sp>
      <p:sp>
        <p:nvSpPr>
          <p:cNvPr id="24" name="Прямоугольник 23"/>
          <p:cNvSpPr/>
          <p:nvPr/>
        </p:nvSpPr>
        <p:spPr>
          <a:xfrm>
            <a:off x="1447801" y="1411615"/>
            <a:ext cx="9296400" cy="4034770"/>
          </a:xfrm>
          <a:prstGeom prst="rect">
            <a:avLst/>
          </a:prstGeom>
          <a:solidFill>
            <a:schemeClr val="bg2"/>
          </a:solidFill>
          <a:ln w="9525" cap="sq" cmpd="sng" algn="ctr">
            <a:noFill/>
            <a:prstDash val="solid"/>
            <a:miter lim="800000"/>
          </a:ln>
          <a:effectLst/>
        </p:spPr>
      </p:sp>
      <p:sp>
        <p:nvSpPr>
          <p:cNvPr id="30" name="Прямоугольник 29"/>
          <p:cNvSpPr/>
          <p:nvPr/>
        </p:nvSpPr>
        <p:spPr>
          <a:xfrm>
            <a:off x="5135880" y="1267730"/>
            <a:ext cx="1920240" cy="731520"/>
          </a:xfrm>
          <a:prstGeom prst="rect">
            <a:avLst/>
          </a:prstGeom>
          <a:solidFill>
            <a:schemeClr val="accent1"/>
          </a:solidFill>
          <a:ln>
            <a:noFill/>
          </a:ln>
          <a:effectLst>
            <a:outerShdw blurRad="50800" dist="127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grpSp>
        <p:nvGrpSpPr>
          <p:cNvPr id="31" name="Группа 30"/>
          <p:cNvGrpSpPr/>
          <p:nvPr/>
        </p:nvGrpSpPr>
        <p:grpSpPr>
          <a:xfrm>
            <a:off x="5250180" y="1267730"/>
            <a:ext cx="1691640" cy="645295"/>
            <a:chOff x="5318306" y="1386268"/>
            <a:chExt cx="1567331" cy="645295"/>
          </a:xfrm>
        </p:grpSpPr>
        <p:cxnSp>
          <p:nvCxnSpPr>
            <p:cNvPr id="32" name="Прямая соединительная линия 31"/>
            <p:cNvCxnSpPr/>
            <p:nvPr/>
          </p:nvCxnSpPr>
          <p:spPr>
            <a:xfrm>
              <a:off x="5318306" y="1386268"/>
              <a:ext cx="0" cy="640080"/>
            </a:xfrm>
            <a:prstGeom prst="line">
              <a:avLst/>
            </a:prstGeom>
            <a:solidFill>
              <a:schemeClr val="tx1">
                <a:lumMod val="85000"/>
                <a:lumOff val="15000"/>
              </a:schemeClr>
            </a:solidFill>
            <a:ln>
              <a:solidFill>
                <a:srgbClr val="FFFFFF"/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Прямая соединительная линия 32"/>
            <p:cNvCxnSpPr/>
            <p:nvPr/>
          </p:nvCxnSpPr>
          <p:spPr>
            <a:xfrm>
              <a:off x="6885637" y="1386268"/>
              <a:ext cx="0" cy="640080"/>
            </a:xfrm>
            <a:prstGeom prst="line">
              <a:avLst/>
            </a:prstGeom>
            <a:solidFill>
              <a:schemeClr val="tx1">
                <a:lumMod val="85000"/>
                <a:lumOff val="15000"/>
              </a:schemeClr>
            </a:solidFill>
            <a:ln>
              <a:solidFill>
                <a:srgbClr val="FFFFFF"/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Прямая соединительная линия 33"/>
            <p:cNvCxnSpPr/>
            <p:nvPr/>
          </p:nvCxnSpPr>
          <p:spPr>
            <a:xfrm>
              <a:off x="5318306" y="2031563"/>
              <a:ext cx="1567331" cy="0"/>
            </a:xfrm>
            <a:prstGeom prst="line">
              <a:avLst/>
            </a:prstGeom>
            <a:solidFill>
              <a:schemeClr val="tx1">
                <a:lumMod val="85000"/>
                <a:lumOff val="15000"/>
              </a:schemeClr>
            </a:solidFill>
            <a:ln>
              <a:solidFill>
                <a:srgbClr val="FFFFFF"/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1563623" y="2094309"/>
            <a:ext cx="9070848" cy="2587752"/>
          </a:xfrm>
        </p:spPr>
        <p:txBody>
          <a:bodyPr rtlCol="0" anchor="ctr">
            <a:noAutofit/>
          </a:bodyPr>
          <a:lstStyle>
            <a:lvl1pPr algn="ctr">
              <a:lnSpc>
                <a:spcPct val="83000"/>
              </a:lnSpc>
              <a:defRPr lang="en-US" sz="7200" b="0" kern="1200" cap="all" spc="-100" baseline="0" dirty="0">
                <a:solidFill>
                  <a:schemeClr val="tx1"/>
                </a:solidFill>
                <a:effectLst>
                  <a:outerShdw blurRad="38100" dist="12700" dir="2700000" algn="tl" rotWithShape="0">
                    <a:prstClr val="black">
                      <a:alpha val="40000"/>
                    </a:prstClr>
                  </a:outerShdw>
                </a:effectLst>
                <a:latin typeface="+mj-lt"/>
                <a:ea typeface="+mn-ea"/>
                <a:cs typeface="+mn-cs"/>
              </a:defRPr>
            </a:lvl1pPr>
          </a:lstStyle>
          <a:p>
            <a:pPr rtl="0"/>
            <a:r>
              <a:rPr lang="ru-RU" noProof="0"/>
              <a:t>Образец заголовка</a:t>
            </a:r>
          </a:p>
        </p:txBody>
      </p:sp>
      <p:sp>
        <p:nvSpPr>
          <p:cNvPr id="3" name="Текст 2"/>
          <p:cNvSpPr>
            <a:spLocks noGrp="1"/>
          </p:cNvSpPr>
          <p:nvPr>
            <p:ph type="body" idx="1"/>
          </p:nvPr>
        </p:nvSpPr>
        <p:spPr>
          <a:xfrm>
            <a:off x="1563624" y="4682062"/>
            <a:ext cx="9070848" cy="457200"/>
          </a:xfrm>
        </p:spPr>
        <p:txBody>
          <a:bodyPr rtlCol="0" anchor="t">
            <a:normAutofit/>
          </a:bodyPr>
          <a:lstStyle>
            <a:lvl1pPr marL="0" indent="0" algn="ctr">
              <a:buNone/>
              <a:tabLst>
                <a:tab pos="2633663" algn="l"/>
              </a:tabLst>
              <a:defRPr sz="1600">
                <a:solidFill>
                  <a:schemeClr val="tx2"/>
                </a:solidFill>
                <a:effectLst/>
              </a:defRPr>
            </a:lvl1pPr>
            <a:lvl2pPr marL="457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 rtl="0"/>
            <a:r>
              <a:rPr lang="ru-RU" noProof="0"/>
              <a:t>Образец текста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>
          <a:xfrm>
            <a:off x="5321808" y="1344502"/>
            <a:ext cx="1554480" cy="530352"/>
          </a:xfrm>
        </p:spPr>
        <p:txBody>
          <a:bodyPr rtlCol="0"/>
          <a:lstStyle>
            <a:lvl1pPr algn="ctr">
              <a:defRPr lang="en-US" sz="1300" kern="1200" spc="0" baseline="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1pPr>
          </a:lstStyle>
          <a:p>
            <a:pPr rtl="0"/>
            <a:fld id="{583C615E-E95A-475E-BF17-8B9F578A04B6}" type="datetime1">
              <a:rPr lang="ru-RU" noProof="0" smtClean="0"/>
              <a:t>31.05.2022</a:t>
            </a:fld>
            <a:endParaRPr lang="ru-RU" noProof="0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>
          <a:xfrm>
            <a:off x="1453896" y="5212080"/>
            <a:ext cx="5907024" cy="228600"/>
          </a:xfrm>
        </p:spPr>
        <p:txBody>
          <a:bodyPr rtlCol="0"/>
          <a:lstStyle>
            <a:lvl1pPr algn="l">
              <a:defRPr>
                <a:solidFill>
                  <a:schemeClr val="tx2"/>
                </a:solidFill>
              </a:defRPr>
            </a:lvl1pPr>
          </a:lstStyle>
          <a:p>
            <a:pPr rtl="0"/>
            <a:endParaRPr lang="ru-RU" noProof="0"/>
          </a:p>
        </p:txBody>
      </p:sp>
      <p:sp>
        <p:nvSpPr>
          <p:cNvPr id="6" name="Номер слайда 5"/>
          <p:cNvSpPr>
            <a:spLocks noGrp="1"/>
          </p:cNvSpPr>
          <p:nvPr>
            <p:ph type="sldNum" sz="quarter" idx="12"/>
          </p:nvPr>
        </p:nvSpPr>
        <p:spPr>
          <a:xfrm>
            <a:off x="8604504" y="5212080"/>
            <a:ext cx="2112264" cy="228600"/>
          </a:xfrm>
        </p:spPr>
        <p:txBody>
          <a:bodyPr rtlCol="0"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pPr rtl="0"/>
            <a:fld id="{4FAB73BC-B049-4115-A692-8D63A059BFB8}" type="slidenum">
              <a:rPr lang="ru-RU" noProof="0" smtClean="0"/>
              <a:pPr/>
              <a:t>‹#›</a:t>
            </a:fld>
            <a:endParaRPr lang="ru-RU" noProof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 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Заголовок 7"/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pPr rtl="0"/>
            <a:r>
              <a:rPr lang="ru-RU" noProof="0"/>
              <a:t>Образец заголовка</a:t>
            </a:r>
          </a:p>
        </p:txBody>
      </p:sp>
      <p:sp>
        <p:nvSpPr>
          <p:cNvPr id="3" name="Объект 2"/>
          <p:cNvSpPr>
            <a:spLocks noGrp="1"/>
          </p:cNvSpPr>
          <p:nvPr>
            <p:ph sz="half" idx="1"/>
          </p:nvPr>
        </p:nvSpPr>
        <p:spPr>
          <a:xfrm>
            <a:off x="1066800" y="2103120"/>
            <a:ext cx="4754880" cy="3749040"/>
          </a:xfrm>
        </p:spPr>
        <p:txBody>
          <a:bodyPr rtlCol="0"/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 rtl="0"/>
            <a:r>
              <a:rPr lang="ru-RU" noProof="0"/>
              <a:t>Образец текста</a:t>
            </a:r>
          </a:p>
          <a:p>
            <a:pPr lvl="1" rtl="0"/>
            <a:r>
              <a:rPr lang="ru-RU" noProof="0"/>
              <a:t>Второй уровень</a:t>
            </a:r>
          </a:p>
          <a:p>
            <a:pPr lvl="2" rtl="0"/>
            <a:r>
              <a:rPr lang="ru-RU" noProof="0"/>
              <a:t>Третий уровень</a:t>
            </a:r>
          </a:p>
          <a:p>
            <a:pPr lvl="3" rtl="0"/>
            <a:r>
              <a:rPr lang="ru-RU" noProof="0"/>
              <a:t>Четвертый уровень</a:t>
            </a:r>
          </a:p>
          <a:p>
            <a:pPr lvl="4" rtl="0"/>
            <a:r>
              <a:rPr lang="ru-RU" noProof="0"/>
              <a:t>Пятый уровень</a:t>
            </a:r>
          </a:p>
        </p:txBody>
      </p:sp>
      <p:sp>
        <p:nvSpPr>
          <p:cNvPr id="4" name="Объект 3"/>
          <p:cNvSpPr>
            <a:spLocks noGrp="1"/>
          </p:cNvSpPr>
          <p:nvPr>
            <p:ph sz="half" idx="2"/>
          </p:nvPr>
        </p:nvSpPr>
        <p:spPr>
          <a:xfrm>
            <a:off x="6370320" y="2103120"/>
            <a:ext cx="4754880" cy="3749040"/>
          </a:xfrm>
        </p:spPr>
        <p:txBody>
          <a:bodyPr rtlCol="0"/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 rtl="0"/>
            <a:r>
              <a:rPr lang="ru-RU" noProof="0"/>
              <a:t>Образец текста</a:t>
            </a:r>
          </a:p>
          <a:p>
            <a:pPr lvl="1" rtl="0"/>
            <a:r>
              <a:rPr lang="ru-RU" noProof="0"/>
              <a:t>Второй уровень</a:t>
            </a:r>
          </a:p>
          <a:p>
            <a:pPr lvl="2" rtl="0"/>
            <a:r>
              <a:rPr lang="ru-RU" noProof="0"/>
              <a:t>Третий уровень</a:t>
            </a:r>
          </a:p>
          <a:p>
            <a:pPr lvl="3" rtl="0"/>
            <a:r>
              <a:rPr lang="ru-RU" noProof="0"/>
              <a:t>Четвертый уровень</a:t>
            </a:r>
          </a:p>
          <a:p>
            <a:pPr lvl="4" rtl="0"/>
            <a:r>
              <a:rPr lang="ru-RU" noProof="0"/>
              <a:t>Пятый уровень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pPr rtl="0"/>
            <a:fld id="{A6B86C46-81F7-4E08-B84F-71E86E76A374}" type="datetime1">
              <a:rPr lang="ru-RU" noProof="0" smtClean="0"/>
              <a:t>31.05.2022</a:t>
            </a:fld>
            <a:endParaRPr lang="ru-RU" noProof="0"/>
          </a:p>
        </p:txBody>
      </p:sp>
      <p:sp>
        <p:nvSpPr>
          <p:cNvPr id="6" name="Нижний колонтитул 5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pPr rtl="0"/>
            <a:endParaRPr lang="ru-RU" noProof="0"/>
          </a:p>
        </p:txBody>
      </p:sp>
      <p:sp>
        <p:nvSpPr>
          <p:cNvPr id="7" name="Номер слайда 6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pPr rtl="0"/>
            <a:fld id="{4FAB73BC-B049-4115-A692-8D63A059BFB8}" type="slidenum">
              <a:rPr lang="ru-RU" noProof="0" smtClean="0"/>
              <a:pPr/>
              <a:t>‹#›</a:t>
            </a:fld>
            <a:endParaRPr lang="ru-RU" noProof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 1"/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pPr rtl="0"/>
            <a:r>
              <a:rPr lang="ru-RU" noProof="0"/>
              <a:t>Образец заголовка</a:t>
            </a:r>
          </a:p>
        </p:txBody>
      </p:sp>
      <p:sp>
        <p:nvSpPr>
          <p:cNvPr id="3" name="Текст 2"/>
          <p:cNvSpPr>
            <a:spLocks noGrp="1"/>
          </p:cNvSpPr>
          <p:nvPr>
            <p:ph type="body" idx="1"/>
          </p:nvPr>
        </p:nvSpPr>
        <p:spPr>
          <a:xfrm>
            <a:off x="1069848" y="2074334"/>
            <a:ext cx="4754880" cy="640080"/>
          </a:xfrm>
        </p:spPr>
        <p:txBody>
          <a:bodyPr rtlCol="0" anchor="ctr">
            <a:normAutofit/>
          </a:bodyPr>
          <a:lstStyle>
            <a:lvl1pPr marL="0" indent="0" algn="ctr">
              <a:spcBef>
                <a:spcPts val="0"/>
              </a:spcBef>
              <a:buNone/>
              <a:defRPr sz="1800" b="0">
                <a:solidFill>
                  <a:schemeClr val="tx2"/>
                </a:solidFill>
                <a:latin typeface="+mn-lt"/>
              </a:defRPr>
            </a:lvl1pPr>
            <a:lvl2pPr marL="457200" indent="0">
              <a:buNone/>
              <a:defRPr sz="18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ru-RU" noProof="0"/>
              <a:t>Образец текста</a:t>
            </a:r>
          </a:p>
        </p:txBody>
      </p:sp>
      <p:sp>
        <p:nvSpPr>
          <p:cNvPr id="4" name="Объект 3"/>
          <p:cNvSpPr>
            <a:spLocks noGrp="1"/>
          </p:cNvSpPr>
          <p:nvPr>
            <p:ph sz="half" idx="2"/>
          </p:nvPr>
        </p:nvSpPr>
        <p:spPr>
          <a:xfrm>
            <a:off x="1069848" y="2755898"/>
            <a:ext cx="4754880" cy="3200400"/>
          </a:xfrm>
        </p:spPr>
        <p:txBody>
          <a:bodyPr rtlCol="0"/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 rtl="0"/>
            <a:r>
              <a:rPr lang="ru-RU" noProof="0"/>
              <a:t>Образец текста</a:t>
            </a:r>
          </a:p>
          <a:p>
            <a:pPr lvl="1" rtl="0"/>
            <a:r>
              <a:rPr lang="ru-RU" noProof="0"/>
              <a:t>Второй уровень</a:t>
            </a:r>
          </a:p>
          <a:p>
            <a:pPr lvl="2" rtl="0"/>
            <a:r>
              <a:rPr lang="ru-RU" noProof="0"/>
              <a:t>Третий уровень</a:t>
            </a:r>
          </a:p>
          <a:p>
            <a:pPr lvl="3" rtl="0"/>
            <a:r>
              <a:rPr lang="ru-RU" noProof="0"/>
              <a:t>Четвертый уровень</a:t>
            </a:r>
          </a:p>
          <a:p>
            <a:pPr lvl="4" rtl="0"/>
            <a:r>
              <a:rPr lang="ru-RU" noProof="0"/>
              <a:t>Пятый уровень</a:t>
            </a:r>
          </a:p>
        </p:txBody>
      </p:sp>
      <p:sp>
        <p:nvSpPr>
          <p:cNvPr id="5" name="Текст 4"/>
          <p:cNvSpPr>
            <a:spLocks noGrp="1"/>
          </p:cNvSpPr>
          <p:nvPr>
            <p:ph type="body" sz="quarter" idx="3"/>
          </p:nvPr>
        </p:nvSpPr>
        <p:spPr>
          <a:xfrm>
            <a:off x="6373368" y="2074334"/>
            <a:ext cx="4754880" cy="640080"/>
          </a:xfrm>
        </p:spPr>
        <p:txBody>
          <a:bodyPr rtlCol="0" anchor="ctr">
            <a:normAutofit/>
          </a:bodyPr>
          <a:lstStyle>
            <a:lvl1pPr marL="0" indent="0" algn="ctr">
              <a:spcBef>
                <a:spcPts val="0"/>
              </a:spcBef>
              <a:buNone/>
              <a:defRPr sz="1800" b="0">
                <a:solidFill>
                  <a:schemeClr val="tx2"/>
                </a:solidFill>
              </a:defRPr>
            </a:lvl1pPr>
            <a:lvl2pPr marL="457200" indent="0">
              <a:buNone/>
              <a:defRPr sz="18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ru-RU" noProof="0"/>
              <a:t>Образец текста</a:t>
            </a:r>
          </a:p>
        </p:txBody>
      </p:sp>
      <p:sp>
        <p:nvSpPr>
          <p:cNvPr id="6" name="Объект 5"/>
          <p:cNvSpPr>
            <a:spLocks noGrp="1"/>
          </p:cNvSpPr>
          <p:nvPr>
            <p:ph sz="quarter" idx="4"/>
          </p:nvPr>
        </p:nvSpPr>
        <p:spPr>
          <a:xfrm>
            <a:off x="6373368" y="2756581"/>
            <a:ext cx="4754880" cy="3200400"/>
          </a:xfrm>
        </p:spPr>
        <p:txBody>
          <a:bodyPr rtlCol="0"/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 rtl="0"/>
            <a:r>
              <a:rPr lang="ru-RU" noProof="0"/>
              <a:t>Образец текста</a:t>
            </a:r>
          </a:p>
          <a:p>
            <a:pPr lvl="1" rtl="0"/>
            <a:r>
              <a:rPr lang="ru-RU" noProof="0"/>
              <a:t>Второй уровень</a:t>
            </a:r>
          </a:p>
          <a:p>
            <a:pPr lvl="2" rtl="0"/>
            <a:r>
              <a:rPr lang="ru-RU" noProof="0"/>
              <a:t>Третий уровень</a:t>
            </a:r>
          </a:p>
          <a:p>
            <a:pPr lvl="3" rtl="0"/>
            <a:r>
              <a:rPr lang="ru-RU" noProof="0"/>
              <a:t>Четвертый уровень</a:t>
            </a:r>
          </a:p>
          <a:p>
            <a:pPr lvl="4" rtl="0"/>
            <a:r>
              <a:rPr lang="ru-RU" noProof="0"/>
              <a:t>Пятый уровень</a:t>
            </a:r>
          </a:p>
        </p:txBody>
      </p:sp>
      <p:sp>
        <p:nvSpPr>
          <p:cNvPr id="7" name="Дата 6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pPr rtl="0"/>
            <a:fld id="{6AE373B3-AD72-488C-8D65-CC2A0D855714}" type="datetime1">
              <a:rPr lang="ru-RU" noProof="0" smtClean="0"/>
              <a:t>31.05.2022</a:t>
            </a:fld>
            <a:endParaRPr lang="ru-RU" noProof="0"/>
          </a:p>
        </p:txBody>
      </p:sp>
      <p:sp>
        <p:nvSpPr>
          <p:cNvPr id="8" name="Нижний колонтитул 7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pPr rtl="0"/>
            <a:endParaRPr lang="ru-RU" noProof="0"/>
          </a:p>
        </p:txBody>
      </p:sp>
      <p:sp>
        <p:nvSpPr>
          <p:cNvPr id="9" name="Номер слайда 8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pPr rtl="0"/>
            <a:fld id="{4FAB73BC-B049-4115-A692-8D63A059BFB8}" type="slidenum">
              <a:rPr lang="ru-RU" noProof="0" smtClean="0"/>
              <a:pPr/>
              <a:t>‹#›</a:t>
            </a:fld>
            <a:endParaRPr lang="ru-RU" noProof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 1"/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pPr rtl="0"/>
            <a:r>
              <a:rPr lang="ru-RU" noProof="0"/>
              <a:t>Образец заголовка</a:t>
            </a:r>
          </a:p>
        </p:txBody>
      </p:sp>
      <p:sp>
        <p:nvSpPr>
          <p:cNvPr id="3" name="Дата 2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pPr rtl="0"/>
            <a:fld id="{0D816314-F397-49E9-A8ED-29B429DE8B7F}" type="datetime1">
              <a:rPr lang="ru-RU" noProof="0" smtClean="0"/>
              <a:t>31.05.2022</a:t>
            </a:fld>
            <a:endParaRPr lang="ru-RU" noProof="0"/>
          </a:p>
        </p:txBody>
      </p:sp>
      <p:sp>
        <p:nvSpPr>
          <p:cNvPr id="4" name="Нижний колонтитул 3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pPr rtl="0"/>
            <a:endParaRPr lang="ru-RU" noProof="0"/>
          </a:p>
        </p:txBody>
      </p:sp>
      <p:sp>
        <p:nvSpPr>
          <p:cNvPr id="5" name="Номер слайда 4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pPr rtl="0"/>
            <a:fld id="{4FAB73BC-B049-4115-A692-8D63A059BFB8}" type="slidenum">
              <a:rPr lang="ru-RU" noProof="0" smtClean="0"/>
              <a:pPr/>
              <a:t>‹#›</a:t>
            </a:fld>
            <a:endParaRPr lang="ru-RU" noProof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pPr rtl="0"/>
            <a:fld id="{BAA3BCF6-1B5D-48B1-BC5F-09A4104978DD}" type="datetime1">
              <a:rPr lang="ru-RU" noProof="0" smtClean="0"/>
              <a:t>31.05.2022</a:t>
            </a:fld>
            <a:endParaRPr lang="ru-RU" noProof="0"/>
          </a:p>
        </p:txBody>
      </p:sp>
      <p:sp>
        <p:nvSpPr>
          <p:cNvPr id="3" name="Нижний колонтитул 2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pPr rtl="0"/>
            <a:endParaRPr lang="ru-RU" noProof="0"/>
          </a:p>
        </p:txBody>
      </p:sp>
      <p:sp>
        <p:nvSpPr>
          <p:cNvPr id="4" name="Номер слайда 3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pPr rtl="0"/>
            <a:fld id="{4FAB73BC-B049-4115-A692-8D63A059BFB8}" type="slidenum">
              <a:rPr lang="ru-RU" noProof="0" smtClean="0"/>
              <a:pPr/>
              <a:t>‹#›</a:t>
            </a:fld>
            <a:endParaRPr lang="ru-RU" noProof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Прямоугольник 13"/>
          <p:cNvSpPr/>
          <p:nvPr/>
        </p:nvSpPr>
        <p:spPr>
          <a:xfrm>
            <a:off x="234693" y="237744"/>
            <a:ext cx="8633081" cy="6382512"/>
          </a:xfrm>
          <a:prstGeom prst="rect">
            <a:avLst/>
          </a:prstGeom>
          <a:solidFill>
            <a:schemeClr val="tx1"/>
          </a:solidFill>
          <a:ln w="6350" cap="flat" cmpd="sng" algn="ctr">
            <a:solidFill>
              <a:schemeClr val="tx1">
                <a:lumMod val="75000"/>
              </a:schemeClr>
            </a:solidFill>
            <a:prstDash val="solid"/>
          </a:ln>
          <a:effectLst>
            <a:softEdge rad="0"/>
          </a:effectLst>
        </p:spPr>
      </p:sp>
      <p:sp>
        <p:nvSpPr>
          <p:cNvPr id="16" name="Прямоугольник 15"/>
          <p:cNvSpPr/>
          <p:nvPr/>
        </p:nvSpPr>
        <p:spPr>
          <a:xfrm>
            <a:off x="371856" y="374904"/>
            <a:ext cx="8353044" cy="6108192"/>
          </a:xfrm>
          <a:prstGeom prst="rect">
            <a:avLst/>
          </a:prstGeom>
          <a:solidFill>
            <a:schemeClr val="bg2"/>
          </a:solidFill>
          <a:ln w="6350" cap="sq" cmpd="sng" algn="ctr">
            <a:noFill/>
            <a:prstDash val="solid"/>
            <a:miter lim="800000"/>
          </a:ln>
          <a:effectLst/>
        </p:spPr>
      </p:sp>
      <p:sp>
        <p:nvSpPr>
          <p:cNvPr id="15" name="Прямоугольник 14"/>
          <p:cNvSpPr/>
          <p:nvPr/>
        </p:nvSpPr>
        <p:spPr>
          <a:xfrm>
            <a:off x="9020386" y="237744"/>
            <a:ext cx="2926080" cy="6382512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Заголовок 1"/>
          <p:cNvSpPr>
            <a:spLocks noGrp="1"/>
          </p:cNvSpPr>
          <p:nvPr>
            <p:ph type="title"/>
          </p:nvPr>
        </p:nvSpPr>
        <p:spPr>
          <a:xfrm>
            <a:off x="9296400" y="607392"/>
            <a:ext cx="2430780" cy="1645920"/>
          </a:xfrm>
        </p:spPr>
        <p:txBody>
          <a:bodyPr rtlCol="0" anchor="b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2800" b="0" kern="1200" cap="none" spc="0" baseline="0" dirty="0">
                <a:solidFill>
                  <a:schemeClr val="bg1"/>
                </a:solidFill>
                <a:effectLst/>
                <a:latin typeface="+mj-lt"/>
                <a:ea typeface="+mn-ea"/>
                <a:cs typeface="+mn-cs"/>
              </a:defRPr>
            </a:lvl1pPr>
          </a:lstStyle>
          <a:p>
            <a:pPr rtl="0"/>
            <a:r>
              <a:rPr lang="ru-RU" noProof="0"/>
              <a:t>Образец заголовка</a:t>
            </a:r>
          </a:p>
        </p:txBody>
      </p:sp>
      <p:sp>
        <p:nvSpPr>
          <p:cNvPr id="3" name="Объект 2"/>
          <p:cNvSpPr>
            <a:spLocks noGrp="1"/>
          </p:cNvSpPr>
          <p:nvPr>
            <p:ph idx="1"/>
          </p:nvPr>
        </p:nvSpPr>
        <p:spPr>
          <a:xfrm>
            <a:off x="790575" y="704850"/>
            <a:ext cx="7562850" cy="5143500"/>
          </a:xfrm>
        </p:spPr>
        <p:txBody>
          <a:bodyPr rtlCol="0"/>
          <a:lstStyle>
            <a:lvl1pPr>
              <a:defRPr sz="1900"/>
            </a:lvl1pPr>
            <a:lvl2pPr>
              <a:defRPr sz="16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 rtl="0"/>
            <a:r>
              <a:rPr lang="ru-RU" noProof="0"/>
              <a:t>Образец текста</a:t>
            </a:r>
          </a:p>
          <a:p>
            <a:pPr lvl="1" rtl="0"/>
            <a:r>
              <a:rPr lang="ru-RU" noProof="0"/>
              <a:t>Второй уровень</a:t>
            </a:r>
          </a:p>
          <a:p>
            <a:pPr lvl="2" rtl="0"/>
            <a:r>
              <a:rPr lang="ru-RU" noProof="0"/>
              <a:t>Третий уровень</a:t>
            </a:r>
          </a:p>
          <a:p>
            <a:pPr lvl="3" rtl="0"/>
            <a:r>
              <a:rPr lang="ru-RU" noProof="0"/>
              <a:t>Четвертый уровень</a:t>
            </a:r>
          </a:p>
          <a:p>
            <a:pPr lvl="4" rtl="0"/>
            <a:r>
              <a:rPr lang="ru-RU" noProof="0"/>
              <a:t>Пятый уровень</a:t>
            </a:r>
          </a:p>
        </p:txBody>
      </p:sp>
      <p:sp>
        <p:nvSpPr>
          <p:cNvPr id="4" name="Текст 3"/>
          <p:cNvSpPr>
            <a:spLocks noGrp="1"/>
          </p:cNvSpPr>
          <p:nvPr>
            <p:ph type="body" sz="half" idx="2"/>
          </p:nvPr>
        </p:nvSpPr>
        <p:spPr>
          <a:xfrm>
            <a:off x="9296400" y="2286000"/>
            <a:ext cx="2430780" cy="3505200"/>
          </a:xfrm>
        </p:spPr>
        <p:txBody>
          <a:bodyPr rtlCol="0">
            <a:normAutofit/>
          </a:bodyPr>
          <a:lstStyle>
            <a:lvl1pPr marL="0" indent="0">
              <a:lnSpc>
                <a:spcPct val="110000"/>
              </a:lnSpc>
              <a:spcBef>
                <a:spcPts val="800"/>
              </a:spcBef>
              <a:buNone/>
              <a:defRPr sz="1400">
                <a:solidFill>
                  <a:schemeClr val="bg1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 rtl="0"/>
            <a:r>
              <a:rPr lang="ru-RU" noProof="0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pPr rtl="0"/>
            <a:fld id="{49E48EAD-D381-4DD0-8557-975059B0D05D}" type="datetime1">
              <a:rPr lang="ru-RU" noProof="0" smtClean="0"/>
              <a:t>31.05.2022</a:t>
            </a:fld>
            <a:endParaRPr lang="ru-RU" noProof="0"/>
          </a:p>
        </p:txBody>
      </p:sp>
      <p:sp>
        <p:nvSpPr>
          <p:cNvPr id="6" name="Нижний колонтитул 5"/>
          <p:cNvSpPr>
            <a:spLocks noGrp="1"/>
          </p:cNvSpPr>
          <p:nvPr>
            <p:ph type="ftr" sz="quarter" idx="11"/>
          </p:nvPr>
        </p:nvSpPr>
        <p:spPr>
          <a:xfrm>
            <a:off x="3439158" y="6214535"/>
            <a:ext cx="5184648" cy="256032"/>
          </a:xfrm>
        </p:spPr>
        <p:txBody>
          <a:bodyPr rtlCol="0"/>
          <a:lstStyle>
            <a:lvl1pPr algn="r">
              <a:defRPr>
                <a:solidFill>
                  <a:schemeClr val="tx2"/>
                </a:solidFill>
              </a:defRPr>
            </a:lvl1pPr>
          </a:lstStyle>
          <a:p>
            <a:pPr rtl="0"/>
            <a:endParaRPr lang="ru-RU" noProof="0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lvl1pPr>
              <a:defRPr>
                <a:solidFill>
                  <a:schemeClr val="bg2"/>
                </a:solidFill>
              </a:defRPr>
            </a:lvl1pPr>
          </a:lstStyle>
          <a:p>
            <a:pPr rtl="0"/>
            <a:fld id="{4FAB73BC-B049-4115-A692-8D63A059BFB8}" type="slidenum">
              <a:rPr lang="ru-RU" noProof="0" smtClean="0"/>
              <a:pPr/>
              <a:t>‹#›</a:t>
            </a:fld>
            <a:endParaRPr lang="ru-RU" noProof="0"/>
          </a:p>
        </p:txBody>
      </p:sp>
      <p:sp>
        <p:nvSpPr>
          <p:cNvPr id="11" name="Прямоугольник 10"/>
          <p:cNvSpPr/>
          <p:nvPr/>
        </p:nvSpPr>
        <p:spPr>
          <a:xfrm>
            <a:off x="9157546" y="374904"/>
            <a:ext cx="2651760" cy="6108192"/>
          </a:xfrm>
          <a:prstGeom prst="rect">
            <a:avLst/>
          </a:prstGeom>
          <a:noFill/>
          <a:ln w="6350" cap="sq">
            <a:solidFill>
              <a:schemeClr val="tx1">
                <a:lumMod val="65000"/>
                <a:lumOff val="35000"/>
              </a:schemeClr>
            </a:solidFill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Прямоугольник 13"/>
          <p:cNvSpPr/>
          <p:nvPr/>
        </p:nvSpPr>
        <p:spPr>
          <a:xfrm>
            <a:off x="9020386" y="237744"/>
            <a:ext cx="2926080" cy="6382512"/>
          </a:xfrm>
          <a:prstGeom prst="rect">
            <a:avLst/>
          </a:prstGeom>
          <a:solidFill>
            <a:schemeClr val="tx1"/>
          </a:solidFill>
          <a:ln w="6350" cap="sq">
            <a:solidFill>
              <a:schemeClr val="tx1">
                <a:lumMod val="75000"/>
              </a:schemeClr>
            </a:solidFill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Прямоугольник 8"/>
          <p:cNvSpPr/>
          <p:nvPr/>
        </p:nvSpPr>
        <p:spPr>
          <a:xfrm>
            <a:off x="9157546" y="374904"/>
            <a:ext cx="2651760" cy="6108192"/>
          </a:xfrm>
          <a:prstGeom prst="rect">
            <a:avLst/>
          </a:prstGeom>
          <a:solidFill>
            <a:schemeClr val="bg2"/>
          </a:solidFill>
          <a:ln w="6350" cap="sq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Заголовок 1"/>
          <p:cNvSpPr>
            <a:spLocks noGrp="1"/>
          </p:cNvSpPr>
          <p:nvPr>
            <p:ph type="title"/>
          </p:nvPr>
        </p:nvSpPr>
        <p:spPr>
          <a:xfrm>
            <a:off x="9296400" y="603504"/>
            <a:ext cx="2432304" cy="1645920"/>
          </a:xfrm>
        </p:spPr>
        <p:txBody>
          <a:bodyPr rtlCol="0" anchor="b">
            <a:noAutofit/>
          </a:bodyPr>
          <a:lstStyle>
            <a:lvl1pPr algn="l">
              <a:defRPr sz="2800" b="0">
                <a:solidFill>
                  <a:schemeClr val="tx1"/>
                </a:solidFill>
                <a:latin typeface="+mj-lt"/>
              </a:defRPr>
            </a:lvl1pPr>
          </a:lstStyle>
          <a:p>
            <a:pPr rtl="0"/>
            <a:r>
              <a:rPr lang="ru-RU" noProof="0"/>
              <a:t>Образец заголовка</a:t>
            </a:r>
          </a:p>
        </p:txBody>
      </p:sp>
      <p:sp>
        <p:nvSpPr>
          <p:cNvPr id="3" name="Рисунок 2"/>
          <p:cNvSpPr>
            <a:spLocks noGrp="1" noChangeAspect="1"/>
          </p:cNvSpPr>
          <p:nvPr>
            <p:ph type="pic" idx="1" hasCustomPrompt="1"/>
          </p:nvPr>
        </p:nvSpPr>
        <p:spPr>
          <a:xfrm>
            <a:off x="228599" y="237744"/>
            <a:ext cx="8601076" cy="6382512"/>
          </a:xfrm>
          <a:solidFill>
            <a:srgbClr val="808080"/>
          </a:solidFill>
          <a:ln>
            <a:noFill/>
          </a:ln>
        </p:spPr>
        <p:txBody>
          <a:bodyPr rtlCol="0"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rtl="0"/>
            <a:r>
              <a:rPr lang="ru-RU" noProof="0"/>
              <a:t>Щелкните значок, чтобы добавить изображение</a:t>
            </a:r>
          </a:p>
        </p:txBody>
      </p:sp>
      <p:sp>
        <p:nvSpPr>
          <p:cNvPr id="4" name="Текст 3"/>
          <p:cNvSpPr>
            <a:spLocks noGrp="1"/>
          </p:cNvSpPr>
          <p:nvPr>
            <p:ph type="body" sz="half" idx="2"/>
          </p:nvPr>
        </p:nvSpPr>
        <p:spPr>
          <a:xfrm>
            <a:off x="9296400" y="2286000"/>
            <a:ext cx="2432304" cy="3502152"/>
          </a:xfrm>
        </p:spPr>
        <p:txBody>
          <a:bodyPr rtlCol="0">
            <a:normAutofit/>
          </a:bodyPr>
          <a:lstStyle>
            <a:lvl1pPr marL="0" indent="0" algn="l">
              <a:lnSpc>
                <a:spcPct val="110000"/>
              </a:lnSpc>
              <a:spcBef>
                <a:spcPts val="800"/>
              </a:spcBef>
              <a:buNone/>
              <a:defRPr sz="1400">
                <a:solidFill>
                  <a:schemeClr val="tx1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 rtl="0"/>
            <a:r>
              <a:rPr lang="ru-RU" noProof="0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>
              <a:defRPr>
                <a:solidFill>
                  <a:srgbClr val="FFFFFF"/>
                </a:solidFill>
                <a:effectLst>
                  <a:outerShdw blurRad="19050" dist="6350" dir="2700000" algn="tl" rotWithShape="0">
                    <a:prstClr val="black">
                      <a:alpha val="40000"/>
                    </a:prstClr>
                  </a:outerShdw>
                </a:effectLst>
              </a:defRPr>
            </a:lvl1pPr>
          </a:lstStyle>
          <a:p>
            <a:pPr rtl="0"/>
            <a:fld id="{16365492-6A5A-4444-B9B9-CCA334E4126D}" type="datetime1">
              <a:rPr lang="ru-RU" noProof="0" smtClean="0"/>
              <a:t>31.05.2022</a:t>
            </a:fld>
            <a:endParaRPr lang="ru-RU" noProof="0"/>
          </a:p>
        </p:txBody>
      </p:sp>
      <p:sp>
        <p:nvSpPr>
          <p:cNvPr id="6" name="Нижний колонтитул 5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>
            <a:lvl1pPr marL="0" algn="r" defTabSz="914400" rtl="0" eaLnBrk="1" latinLnBrk="0" hangingPunct="1">
              <a:defRPr lang="en-US" sz="1000" kern="1200" dirty="0">
                <a:solidFill>
                  <a:srgbClr val="FFFFFF"/>
                </a:solidFill>
                <a:effectLst>
                  <a:outerShdw blurRad="19050" dist="6350" dir="2700000" algn="tl" rotWithShape="0">
                    <a:prstClr val="black">
                      <a:alpha val="40000"/>
                    </a:prstClr>
                  </a:outerShdw>
                </a:effectLst>
                <a:latin typeface="+mn-lt"/>
                <a:ea typeface="+mn-ea"/>
                <a:cs typeface="+mn-cs"/>
              </a:defRPr>
            </a:lvl1pPr>
          </a:lstStyle>
          <a:p>
            <a:pPr rtl="0"/>
            <a:endParaRPr lang="ru-RU" noProof="0"/>
          </a:p>
        </p:txBody>
      </p:sp>
      <p:sp>
        <p:nvSpPr>
          <p:cNvPr id="7" name="Номер слайда 6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pPr rtl="0"/>
            <a:fld id="{4FAB73BC-B049-4115-A692-8D63A059BFB8}" type="slidenum">
              <a:rPr lang="ru-RU" noProof="0" smtClean="0"/>
              <a:pPr/>
              <a:t>‹#›</a:t>
            </a:fld>
            <a:endParaRPr lang="ru-RU" noProof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 1"/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pPr rtl="0"/>
            <a:r>
              <a:rPr lang="ru-RU" noProof="0"/>
              <a:t>Образец заголовка</a:t>
            </a:r>
          </a:p>
        </p:txBody>
      </p:sp>
      <p:sp>
        <p:nvSpPr>
          <p:cNvPr id="3" name="Вертикальный текст 2"/>
          <p:cNvSpPr>
            <a:spLocks noGrp="1"/>
          </p:cNvSpPr>
          <p:nvPr>
            <p:ph type="body" orient="vert" idx="1"/>
          </p:nvPr>
        </p:nvSpPr>
        <p:spPr/>
        <p:txBody>
          <a:bodyPr vert="eaVert" rtlCol="0"/>
          <a:lstStyle/>
          <a:p>
            <a:pPr lvl="0" rtl="0"/>
            <a:r>
              <a:rPr lang="ru-RU" noProof="0"/>
              <a:t>Образец текста</a:t>
            </a:r>
          </a:p>
          <a:p>
            <a:pPr lvl="1" rtl="0"/>
            <a:r>
              <a:rPr lang="ru-RU" noProof="0"/>
              <a:t>Второй уровень</a:t>
            </a:r>
          </a:p>
          <a:p>
            <a:pPr lvl="2" rtl="0"/>
            <a:r>
              <a:rPr lang="ru-RU" noProof="0"/>
              <a:t>Третий уровень</a:t>
            </a:r>
          </a:p>
          <a:p>
            <a:pPr lvl="3" rtl="0"/>
            <a:r>
              <a:rPr lang="ru-RU" noProof="0"/>
              <a:t>Четвертый уровень</a:t>
            </a:r>
          </a:p>
          <a:p>
            <a:pPr lvl="4" rtl="0"/>
            <a:r>
              <a:rPr lang="ru-RU" noProof="0"/>
              <a:t>Пятый уровень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pPr rtl="0"/>
            <a:fld id="{2AF586D1-CCD2-4008-B9DD-08178F9B3587}" type="datetime1">
              <a:rPr lang="ru-RU" noProof="0" smtClean="0"/>
              <a:t>31.05.2022</a:t>
            </a:fld>
            <a:endParaRPr lang="ru-RU" noProof="0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pPr rtl="0"/>
            <a:endParaRPr lang="ru-RU" noProof="0"/>
          </a:p>
        </p:txBody>
      </p:sp>
      <p:sp>
        <p:nvSpPr>
          <p:cNvPr id="6" name="Номер слайда 5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pPr rtl="0"/>
            <a:fld id="{4FAB73BC-B049-4115-A692-8D63A059BFB8}" type="slidenum">
              <a:rPr lang="ru-RU" noProof="0" smtClean="0"/>
              <a:pPr/>
              <a:t>‹#›</a:t>
            </a:fld>
            <a:endParaRPr lang="ru-RU" noProof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 1"/>
          <p:cNvSpPr>
            <a:spLocks noGrp="1"/>
          </p:cNvSpPr>
          <p:nvPr>
            <p:ph type="title" orient="vert"/>
          </p:nvPr>
        </p:nvSpPr>
        <p:spPr>
          <a:xfrm>
            <a:off x="8991600" y="762000"/>
            <a:ext cx="2362200" cy="5257800"/>
          </a:xfrm>
        </p:spPr>
        <p:txBody>
          <a:bodyPr vert="eaVert" rtlCol="0"/>
          <a:lstStyle/>
          <a:p>
            <a:pPr rtl="0"/>
            <a:r>
              <a:rPr lang="ru-RU" noProof="0"/>
              <a:t>Образец заголовка</a:t>
            </a:r>
          </a:p>
        </p:txBody>
      </p:sp>
      <p:sp>
        <p:nvSpPr>
          <p:cNvPr id="3" name="Вертикальный текст 2"/>
          <p:cNvSpPr>
            <a:spLocks noGrp="1"/>
          </p:cNvSpPr>
          <p:nvPr>
            <p:ph type="body" orient="vert" idx="1"/>
          </p:nvPr>
        </p:nvSpPr>
        <p:spPr>
          <a:xfrm>
            <a:off x="838200" y="762000"/>
            <a:ext cx="8077200" cy="5257800"/>
          </a:xfrm>
        </p:spPr>
        <p:txBody>
          <a:bodyPr vert="eaVert" rtlCol="0"/>
          <a:lstStyle/>
          <a:p>
            <a:pPr lvl="0" rtl="0"/>
            <a:r>
              <a:rPr lang="ru-RU" noProof="0"/>
              <a:t>Образец текста</a:t>
            </a:r>
          </a:p>
          <a:p>
            <a:pPr lvl="1" rtl="0"/>
            <a:r>
              <a:rPr lang="ru-RU" noProof="0"/>
              <a:t>Второй уровень</a:t>
            </a:r>
          </a:p>
          <a:p>
            <a:pPr lvl="2" rtl="0"/>
            <a:r>
              <a:rPr lang="ru-RU" noProof="0"/>
              <a:t>Третий уровень</a:t>
            </a:r>
          </a:p>
          <a:p>
            <a:pPr lvl="3" rtl="0"/>
            <a:r>
              <a:rPr lang="ru-RU" noProof="0"/>
              <a:t>Четвертый уровень</a:t>
            </a:r>
          </a:p>
          <a:p>
            <a:pPr lvl="4" rtl="0"/>
            <a:r>
              <a:rPr lang="ru-RU" noProof="0"/>
              <a:t>Пятый уровень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pPr rtl="0"/>
            <a:fld id="{147CB108-4600-494C-A02C-F32CCD9AC1AE}" type="datetime1">
              <a:rPr lang="ru-RU" noProof="0" smtClean="0"/>
              <a:t>31.05.2022</a:t>
            </a:fld>
            <a:endParaRPr lang="ru-RU" noProof="0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pPr rtl="0"/>
            <a:endParaRPr lang="ru-RU" noProof="0"/>
          </a:p>
        </p:txBody>
      </p:sp>
      <p:sp>
        <p:nvSpPr>
          <p:cNvPr id="6" name="Номер слайда 5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pPr rtl="0"/>
            <a:fld id="{4FAB73BC-B049-4115-A692-8D63A059BFB8}" type="slidenum">
              <a:rPr lang="ru-RU" noProof="0" smtClean="0"/>
              <a:pPr/>
              <a:t>‹#›</a:t>
            </a:fld>
            <a:endParaRPr lang="ru-RU" noProof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Прямоугольник 6"/>
          <p:cNvSpPr/>
          <p:nvPr/>
        </p:nvSpPr>
        <p:spPr>
          <a:xfrm>
            <a:off x="234696" y="237744"/>
            <a:ext cx="11722608" cy="6382512"/>
          </a:xfrm>
          <a:prstGeom prst="rect">
            <a:avLst/>
          </a:prstGeom>
          <a:solidFill>
            <a:schemeClr val="tx1"/>
          </a:solidFill>
          <a:ln w="6350" cap="flat" cmpd="sng" algn="ctr">
            <a:solidFill>
              <a:schemeClr val="tx1">
                <a:lumMod val="75000"/>
              </a:schemeClr>
            </a:solidFill>
            <a:prstDash val="solid"/>
          </a:ln>
          <a:effectLst>
            <a:softEdge rad="0"/>
          </a:effectLst>
        </p:spPr>
      </p:sp>
      <p:sp>
        <p:nvSpPr>
          <p:cNvPr id="8" name="Прямоугольник 7"/>
          <p:cNvSpPr/>
          <p:nvPr/>
        </p:nvSpPr>
        <p:spPr>
          <a:xfrm>
            <a:off x="371856" y="374904"/>
            <a:ext cx="11448288" cy="6108192"/>
          </a:xfrm>
          <a:prstGeom prst="rect">
            <a:avLst/>
          </a:prstGeom>
          <a:solidFill>
            <a:schemeClr val="bg2"/>
          </a:solidFill>
          <a:ln w="6350" cap="sq" cmpd="sng" algn="ctr">
            <a:noFill/>
            <a:prstDash val="solid"/>
            <a:miter lim="800000"/>
          </a:ln>
          <a:effectLst/>
        </p:spPr>
      </p:sp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1066800" y="642594"/>
            <a:ext cx="10058400" cy="13716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rtl="0"/>
            <a:r>
              <a:rPr lang="ru-RU" noProof="0"/>
              <a:t>Образец заголовка</a:t>
            </a:r>
          </a:p>
        </p:txBody>
      </p:sp>
      <p:sp>
        <p:nvSpPr>
          <p:cNvPr id="3" name="Текст 2"/>
          <p:cNvSpPr>
            <a:spLocks noGrp="1"/>
          </p:cNvSpPr>
          <p:nvPr>
            <p:ph type="body" idx="1"/>
          </p:nvPr>
        </p:nvSpPr>
        <p:spPr>
          <a:xfrm>
            <a:off x="1066800" y="2103120"/>
            <a:ext cx="10058400" cy="393192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 rtl="0"/>
            <a:r>
              <a:rPr lang="ru-RU" noProof="0"/>
              <a:t>Образец текста</a:t>
            </a:r>
          </a:p>
          <a:p>
            <a:pPr lvl="1" rtl="0"/>
            <a:r>
              <a:rPr lang="ru-RU" noProof="0"/>
              <a:t>Второй уровень</a:t>
            </a:r>
          </a:p>
          <a:p>
            <a:pPr lvl="2" rtl="0"/>
            <a:r>
              <a:rPr lang="ru-RU" noProof="0"/>
              <a:t>Третий уровень</a:t>
            </a:r>
          </a:p>
          <a:p>
            <a:pPr lvl="3" rtl="0"/>
            <a:r>
              <a:rPr lang="ru-RU" noProof="0"/>
              <a:t>Четвертый уровень</a:t>
            </a:r>
          </a:p>
          <a:p>
            <a:pPr lvl="4" rtl="0"/>
            <a:r>
              <a:rPr lang="ru-RU" noProof="0"/>
              <a:t>Пятый уровень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2"/>
          </p:nvPr>
        </p:nvSpPr>
        <p:spPr>
          <a:xfrm>
            <a:off x="389464" y="6214535"/>
            <a:ext cx="2743200" cy="256032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000">
                <a:solidFill>
                  <a:schemeClr val="bg2"/>
                </a:solidFill>
              </a:defRPr>
            </a:lvl1pPr>
          </a:lstStyle>
          <a:p>
            <a:pPr rtl="0"/>
            <a:fld id="{E93472D9-7988-48D2-AF06-25BECD8DE9FF}" type="datetime1">
              <a:rPr lang="ru-RU" noProof="0" smtClean="0"/>
              <a:t>31.05.2022</a:t>
            </a:fld>
            <a:endParaRPr lang="ru-RU" noProof="0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3"/>
          </p:nvPr>
        </p:nvSpPr>
        <p:spPr>
          <a:xfrm>
            <a:off x="3489960" y="6214535"/>
            <a:ext cx="5212080" cy="256032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ctr">
              <a:defRPr sz="1000">
                <a:solidFill>
                  <a:schemeClr val="bg2"/>
                </a:solidFill>
              </a:defRPr>
            </a:lvl1pPr>
          </a:lstStyle>
          <a:p>
            <a:pPr rtl="0"/>
            <a:endParaRPr lang="ru-RU" noProof="0"/>
          </a:p>
        </p:txBody>
      </p:sp>
      <p:sp>
        <p:nvSpPr>
          <p:cNvPr id="6" name="Номер слайда 5"/>
          <p:cNvSpPr>
            <a:spLocks noGrp="1"/>
          </p:cNvSpPr>
          <p:nvPr>
            <p:ph type="sldNum" sz="quarter" idx="4"/>
          </p:nvPr>
        </p:nvSpPr>
        <p:spPr>
          <a:xfrm>
            <a:off x="10348535" y="6214535"/>
            <a:ext cx="1463040" cy="256032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000">
                <a:solidFill>
                  <a:schemeClr val="bg2"/>
                </a:solidFill>
              </a:defRPr>
            </a:lvl1pPr>
          </a:lstStyle>
          <a:p>
            <a:pPr rtl="0"/>
            <a:fld id="{4FAB73BC-B049-4115-A692-8D63A059BFB8}" type="slidenum">
              <a:rPr lang="ru-RU" noProof="0" smtClean="0"/>
              <a:pPr/>
              <a:t>‹#›</a:t>
            </a:fld>
            <a:endParaRPr lang="ru-RU" noProof="0"/>
          </a:p>
        </p:txBody>
      </p:sp>
    </p:spTree>
  </p:cSld>
  <p:clrMap bg1="dk1" tx1="lt1" bg2="dk2" tx2="lt2" accent1="accent1" accent2="accent2" accent3="accent3" accent4="accent4" accent5="accent5" accent6="accent6" hlink="hlink" folHlink="folHlink"/>
  <p:sldLayoutIdLst>
    <p:sldLayoutId id="2147483769" r:id="rId1"/>
    <p:sldLayoutId id="2147483770" r:id="rId2"/>
    <p:sldLayoutId id="2147483771" r:id="rId3"/>
    <p:sldLayoutId id="2147483772" r:id="rId4"/>
    <p:sldLayoutId id="2147483773" r:id="rId5"/>
    <p:sldLayoutId id="2147483774" r:id="rId6"/>
    <p:sldLayoutId id="2147483775" r:id="rId7"/>
    <p:sldLayoutId id="2147483776" r:id="rId8"/>
    <p:sldLayoutId id="2147483777" r:id="rId9"/>
    <p:sldLayoutId id="2147483778" r:id="rId10"/>
    <p:sldLayoutId id="2147483779" r:id="rId11"/>
  </p:sldLayoutIdLst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lang="en-US" sz="4800" kern="1200" cap="none" spc="0" baseline="0" dirty="0">
          <a:solidFill>
            <a:schemeClr val="tx1"/>
          </a:solidFill>
          <a:effectLst/>
          <a:latin typeface="+mj-lt"/>
          <a:ea typeface="+mn-ea"/>
          <a:cs typeface="+mn-cs"/>
        </a:defRPr>
      </a:lvl1pPr>
    </p:titleStyle>
    <p:bodyStyle>
      <a:lvl1pPr marL="182880" indent="-182880" algn="l" defTabSz="914400" rtl="0" eaLnBrk="1" latinLnBrk="0" hangingPunct="1">
        <a:lnSpc>
          <a:spcPct val="100000"/>
        </a:lnSpc>
        <a:spcBef>
          <a:spcPts val="900"/>
        </a:spcBef>
        <a:spcAft>
          <a:spcPts val="0"/>
        </a:spcAft>
        <a:buClr>
          <a:schemeClr val="tx2">
            <a:lumMod val="60000"/>
            <a:lumOff val="40000"/>
          </a:schemeClr>
        </a:buClr>
        <a:buFont typeface="Arial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indent="-182880" algn="l" defTabSz="914400" rtl="0" eaLnBrk="1" latinLnBrk="0" hangingPunct="1">
        <a:lnSpc>
          <a:spcPct val="100000"/>
        </a:lnSpc>
        <a:spcBef>
          <a:spcPts val="500"/>
        </a:spcBef>
        <a:buClr>
          <a:schemeClr val="tx2">
            <a:lumMod val="60000"/>
            <a:lumOff val="40000"/>
          </a:schemeClr>
        </a:buClr>
        <a:buFont typeface="Arial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2pPr>
      <a:lvl3pPr marL="731520" indent="-182880" algn="l" defTabSz="914400" rtl="0" eaLnBrk="1" latinLnBrk="0" hangingPunct="1">
        <a:lnSpc>
          <a:spcPct val="100000"/>
        </a:lnSpc>
        <a:spcBef>
          <a:spcPts val="500"/>
        </a:spcBef>
        <a:buClr>
          <a:schemeClr val="tx2">
            <a:lumMod val="60000"/>
            <a:lumOff val="40000"/>
          </a:schemeClr>
        </a:buClr>
        <a:buFont typeface="Arial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1005840" indent="-182880" algn="l" defTabSz="914400" rtl="0" eaLnBrk="1" latinLnBrk="0" hangingPunct="1">
        <a:lnSpc>
          <a:spcPct val="100000"/>
        </a:lnSpc>
        <a:spcBef>
          <a:spcPts val="500"/>
        </a:spcBef>
        <a:buClr>
          <a:schemeClr val="tx2">
            <a:lumMod val="60000"/>
            <a:lumOff val="40000"/>
          </a:schemeClr>
        </a:buClr>
        <a:buFont typeface="Arial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1280160" indent="-182880" algn="l" defTabSz="914400" rtl="0" eaLnBrk="1" latinLnBrk="0" hangingPunct="1">
        <a:lnSpc>
          <a:spcPct val="100000"/>
        </a:lnSpc>
        <a:spcBef>
          <a:spcPts val="500"/>
        </a:spcBef>
        <a:buClr>
          <a:schemeClr val="tx2">
            <a:lumMod val="60000"/>
            <a:lumOff val="40000"/>
          </a:schemeClr>
        </a:buClr>
        <a:buFont typeface="Arial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1600000" indent="-228600" algn="l" defTabSz="914400" rtl="0" eaLnBrk="1" latinLnBrk="0" hangingPunct="1">
        <a:lnSpc>
          <a:spcPct val="100000"/>
        </a:lnSpc>
        <a:spcBef>
          <a:spcPts val="500"/>
        </a:spcBef>
        <a:buClr>
          <a:schemeClr val="tx2">
            <a:lumMod val="60000"/>
            <a:lumOff val="40000"/>
          </a:schemeClr>
        </a:buClr>
        <a:buFont typeface="Arial" pitchFamily="34" charset="0"/>
        <a:buChar char="•"/>
        <a:defRPr sz="1400" kern="1200">
          <a:solidFill>
            <a:schemeClr val="bg1"/>
          </a:solidFill>
          <a:latin typeface="+mn-lt"/>
          <a:ea typeface="+mn-ea"/>
          <a:cs typeface="+mn-cs"/>
        </a:defRPr>
      </a:lvl6pPr>
      <a:lvl7pPr marL="1900000" indent="-228600" algn="l" defTabSz="914400" rtl="0" eaLnBrk="1" latinLnBrk="0" hangingPunct="1">
        <a:lnSpc>
          <a:spcPct val="100000"/>
        </a:lnSpc>
        <a:spcBef>
          <a:spcPts val="500"/>
        </a:spcBef>
        <a:buClr>
          <a:schemeClr val="tx2">
            <a:lumMod val="60000"/>
            <a:lumOff val="40000"/>
          </a:schemeClr>
        </a:buClr>
        <a:buFont typeface="Arial" pitchFamily="34" charset="0"/>
        <a:buChar char="•"/>
        <a:defRPr sz="1400" kern="1200">
          <a:solidFill>
            <a:schemeClr val="bg1"/>
          </a:solidFill>
          <a:latin typeface="+mn-lt"/>
          <a:ea typeface="+mn-ea"/>
          <a:cs typeface="+mn-cs"/>
        </a:defRPr>
      </a:lvl7pPr>
      <a:lvl8pPr marL="2200000" indent="-228600" algn="l" defTabSz="914400" rtl="0" eaLnBrk="1" latinLnBrk="0" hangingPunct="1">
        <a:lnSpc>
          <a:spcPct val="100000"/>
        </a:lnSpc>
        <a:spcBef>
          <a:spcPts val="500"/>
        </a:spcBef>
        <a:buClr>
          <a:schemeClr val="tx2">
            <a:lumMod val="60000"/>
            <a:lumOff val="40000"/>
          </a:schemeClr>
        </a:buClr>
        <a:buFont typeface="Arial" pitchFamily="34" charset="0"/>
        <a:buChar char="•"/>
        <a:defRPr sz="1400" kern="1200">
          <a:solidFill>
            <a:schemeClr val="bg1"/>
          </a:solidFill>
          <a:latin typeface="+mn-lt"/>
          <a:ea typeface="+mn-ea"/>
          <a:cs typeface="+mn-cs"/>
        </a:defRPr>
      </a:lvl8pPr>
      <a:lvl9pPr marL="2500000" indent="-228600" algn="l" defTabSz="914400" rtl="0" eaLnBrk="1" latinLnBrk="0" hangingPunct="1">
        <a:lnSpc>
          <a:spcPct val="100000"/>
        </a:lnSpc>
        <a:spcBef>
          <a:spcPts val="500"/>
        </a:spcBef>
        <a:buClr>
          <a:schemeClr val="tx2">
            <a:lumMod val="60000"/>
            <a:lumOff val="40000"/>
          </a:schemeClr>
        </a:buClr>
        <a:buFont typeface="Arial" pitchFamily="34" charset="0"/>
        <a:buChar char="•"/>
        <a:defRPr sz="1400" kern="1200">
          <a:solidFill>
            <a:schemeClr val="bg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7.png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.jpg"/><Relationship Id="rId3" Type="http://schemas.openxmlformats.org/officeDocument/2006/relationships/image" Target="../media/image9.png"/><Relationship Id="rId7" Type="http://schemas.openxmlformats.org/officeDocument/2006/relationships/image" Target="../media/image13.jpg"/><Relationship Id="rId2" Type="http://schemas.openxmlformats.org/officeDocument/2006/relationships/image" Target="../media/image8.jp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2.jpg"/><Relationship Id="rId5" Type="http://schemas.openxmlformats.org/officeDocument/2006/relationships/image" Target="../media/image11.jpg"/><Relationship Id="rId10" Type="http://schemas.openxmlformats.org/officeDocument/2006/relationships/image" Target="../media/image16.jpg"/><Relationship Id="rId4" Type="http://schemas.openxmlformats.org/officeDocument/2006/relationships/image" Target="../media/image10.jpg"/><Relationship Id="rId9" Type="http://schemas.openxmlformats.org/officeDocument/2006/relationships/image" Target="../media/image15.jp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Прямоугольник 23">
            <a:extLst>
              <a:ext uri="{FF2B5EF4-FFF2-40B4-BE49-F238E27FC236}">
                <a16:creationId xmlns:a16="http://schemas.microsoft.com/office/drawing/2014/main" id="{93BFCDB3-13C4-4D69-848D-3F1F4D6B8F4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002">
            <a:schemeClr val="lt2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ru-RU"/>
          </a:p>
        </p:txBody>
      </p:sp>
      <p:sp>
        <p:nvSpPr>
          <p:cNvPr id="26" name="Прямоугольник 25">
            <a:extLst>
              <a:ext uri="{FF2B5EF4-FFF2-40B4-BE49-F238E27FC236}">
                <a16:creationId xmlns:a16="http://schemas.microsoft.com/office/drawing/2014/main" id="{CC2B9599-6E7A-4DD2-B13A-B4F68A1351A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867" y="0"/>
            <a:ext cx="8168743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ru-RU"/>
          </a:p>
        </p:txBody>
      </p:sp>
      <p:sp>
        <p:nvSpPr>
          <p:cNvPr id="28" name="Прямоугольник 27">
            <a:extLst>
              <a:ext uri="{FF2B5EF4-FFF2-40B4-BE49-F238E27FC236}">
                <a16:creationId xmlns:a16="http://schemas.microsoft.com/office/drawing/2014/main" id="{3E377648-1ED1-4112-805B-16C14CE995F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3337" y="643464"/>
            <a:ext cx="6909241" cy="5571072"/>
          </a:xfrm>
          <a:prstGeom prst="rect">
            <a:avLst/>
          </a:prstGeom>
          <a:solidFill>
            <a:schemeClr val="tx1"/>
          </a:solidFill>
          <a:ln w="6350" cap="flat" cmpd="sng" algn="ctr">
            <a:solidFill>
              <a:schemeClr val="tx1"/>
            </a:solidFill>
            <a:prstDash val="solid"/>
          </a:ln>
          <a:effectLst>
            <a:outerShdw blurRad="63500" algn="ctr" rotWithShape="0">
              <a:prstClr val="black">
                <a:alpha val="40000"/>
              </a:prstClr>
            </a:outerShdw>
            <a:softEdge rad="0"/>
          </a:effectLst>
        </p:spPr>
      </p:sp>
      <p:sp>
        <p:nvSpPr>
          <p:cNvPr id="30" name="Прямоугольник 29">
            <a:extLst>
              <a:ext uri="{FF2B5EF4-FFF2-40B4-BE49-F238E27FC236}">
                <a16:creationId xmlns:a16="http://schemas.microsoft.com/office/drawing/2014/main" id="{D63B59CB-289C-4850-A932-358B9E412BA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12877" y="806752"/>
            <a:ext cx="6570161" cy="5244497"/>
          </a:xfrm>
          <a:prstGeom prst="rect">
            <a:avLst/>
          </a:prstGeom>
          <a:solidFill>
            <a:schemeClr val="tx1"/>
          </a:solidFill>
          <a:ln w="6350" cap="sq" cmpd="sng" algn="ctr">
            <a:solidFill>
              <a:schemeClr val="bg2"/>
            </a:solidFill>
            <a:prstDash val="solid"/>
            <a:miter lim="800000"/>
          </a:ln>
          <a:effectLst/>
        </p:spPr>
      </p:sp>
      <p:pic>
        <p:nvPicPr>
          <p:cNvPr id="19" name="Рисунок 18">
            <a:extLst>
              <a:ext uri="{FF2B5EF4-FFF2-40B4-BE49-F238E27FC236}">
                <a16:creationId xmlns:a16="http://schemas.microsoft.com/office/drawing/2014/main" id="{CA6895E3-C8BD-4010-B9E7-E43BA3DCF210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10902" b="10902"/>
          <a:stretch/>
        </p:blipFill>
        <p:spPr>
          <a:xfrm>
            <a:off x="981200" y="971343"/>
            <a:ext cx="6233513" cy="4915313"/>
          </a:xfrm>
          <a:prstGeom prst="rect">
            <a:avLst/>
          </a:prstGeom>
        </p:spPr>
      </p:pic>
      <p:sp>
        <p:nvSpPr>
          <p:cNvPr id="32" name="Прямоугольник 31">
            <a:extLst>
              <a:ext uri="{FF2B5EF4-FFF2-40B4-BE49-F238E27FC236}">
                <a16:creationId xmlns:a16="http://schemas.microsoft.com/office/drawing/2014/main" id="{98867647-07B7-4265-832F-DE0E80979AC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137837" y="640856"/>
            <a:ext cx="1920240" cy="731520"/>
          </a:xfrm>
          <a:prstGeom prst="rect">
            <a:avLst/>
          </a:prstGeom>
          <a:solidFill>
            <a:schemeClr val="accent1"/>
          </a:solidFill>
          <a:ln>
            <a:noFill/>
          </a:ln>
          <a:effectLst>
            <a:outerShdw blurRad="50800" dist="127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cxnSp>
        <p:nvCxnSpPr>
          <p:cNvPr id="34" name="Прямая соединительная линия 33">
            <a:extLst>
              <a:ext uri="{FF2B5EF4-FFF2-40B4-BE49-F238E27FC236}">
                <a16:creationId xmlns:a16="http://schemas.microsoft.com/office/drawing/2014/main" id="{516AC468-2C3D-4337-A9A2-81175F6D54B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3252137" y="640855"/>
            <a:ext cx="0" cy="640080"/>
          </a:xfrm>
          <a:prstGeom prst="line">
            <a:avLst/>
          </a:prstGeom>
          <a:solidFill>
            <a:schemeClr val="tx1">
              <a:lumMod val="85000"/>
              <a:lumOff val="15000"/>
            </a:schemeClr>
          </a:solidFill>
          <a:ln>
            <a:solidFill>
              <a:schemeClr val="tx1"/>
            </a:solidFill>
            <a:miter lim="800000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Прямая соединительная линия 35">
            <a:extLst>
              <a:ext uri="{FF2B5EF4-FFF2-40B4-BE49-F238E27FC236}">
                <a16:creationId xmlns:a16="http://schemas.microsoft.com/office/drawing/2014/main" id="{2A873262-74DB-4FD1-9625-E4616CF011D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4943777" y="640855"/>
            <a:ext cx="0" cy="640080"/>
          </a:xfrm>
          <a:prstGeom prst="line">
            <a:avLst/>
          </a:prstGeom>
          <a:solidFill>
            <a:schemeClr val="tx1">
              <a:lumMod val="85000"/>
              <a:lumOff val="15000"/>
            </a:schemeClr>
          </a:solidFill>
          <a:ln>
            <a:solidFill>
              <a:schemeClr val="tx1"/>
            </a:solidFill>
            <a:miter lim="800000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Прямая соединительная линия 37">
            <a:extLst>
              <a:ext uri="{FF2B5EF4-FFF2-40B4-BE49-F238E27FC236}">
                <a16:creationId xmlns:a16="http://schemas.microsoft.com/office/drawing/2014/main" id="{09F3D15D-CB95-47AD-87F5-9CFF84F6159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3252137" y="1286150"/>
            <a:ext cx="1691640" cy="0"/>
          </a:xfrm>
          <a:prstGeom prst="line">
            <a:avLst/>
          </a:prstGeom>
          <a:solidFill>
            <a:schemeClr val="tx1">
              <a:lumMod val="85000"/>
              <a:lumOff val="15000"/>
            </a:schemeClr>
          </a:solidFill>
          <a:ln>
            <a:solidFill>
              <a:schemeClr val="tx1"/>
            </a:solidFill>
            <a:miter lim="800000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ED90EC3D-482A-4E73-B198-E8341A0D097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469592" y="1442916"/>
            <a:ext cx="3447756" cy="3252231"/>
          </a:xfrm>
        </p:spPr>
        <p:txBody>
          <a:bodyPr rtlCol="0">
            <a:normAutofit/>
          </a:bodyPr>
          <a:lstStyle/>
          <a:p>
            <a:pPr rtl="0"/>
            <a:r>
              <a:rPr lang="ru-RU" sz="3600" dirty="0">
                <a:solidFill>
                  <a:srgbClr val="FFFFFF"/>
                </a:solidFill>
              </a:rPr>
              <a:t>Арт студия</a:t>
            </a:r>
          </a:p>
        </p:txBody>
      </p:sp>
      <p:sp>
        <p:nvSpPr>
          <p:cNvPr id="7" name="Подзаголовок 6">
            <a:extLst>
              <a:ext uri="{FF2B5EF4-FFF2-40B4-BE49-F238E27FC236}">
                <a16:creationId xmlns:a16="http://schemas.microsoft.com/office/drawing/2014/main" id="{2048EE7C-B77F-4E59-88A7-DD66337BB69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469592" y="4708186"/>
            <a:ext cx="3447756" cy="1496816"/>
          </a:xfrm>
        </p:spPr>
        <p:txBody>
          <a:bodyPr rtlCol="0">
            <a:normAutofit/>
          </a:bodyPr>
          <a:lstStyle/>
          <a:p>
            <a:pPr rtl="0"/>
            <a:endParaRPr lang="ru-RU" sz="1400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75576977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279F589-0A3A-E17D-6F52-62AAED13255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Идея проекта 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1DDAC4B6-5C0C-3396-701B-2F3842EF8D8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490975952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Объект 2">
            <a:extLst>
              <a:ext uri="{FF2B5EF4-FFF2-40B4-BE49-F238E27FC236}">
                <a16:creationId xmlns:a16="http://schemas.microsoft.com/office/drawing/2014/main" id="{6FA103D9-92ED-FCBE-CD85-2159CC9AC0C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43651" y="2661597"/>
            <a:ext cx="5531963" cy="1534804"/>
          </a:xfrm>
        </p:spPr>
        <p:txBody>
          <a:bodyPr>
            <a:noAutofit/>
          </a:bodyPr>
          <a:lstStyle/>
          <a:p>
            <a:r>
              <a:rPr lang="ru-RU" sz="2000" dirty="0"/>
              <a:t>Рассказать и показать свою работу</a:t>
            </a:r>
          </a:p>
          <a:p>
            <a:r>
              <a:rPr lang="ru-RU" sz="2000" dirty="0"/>
              <a:t>Получить прибыль с услуг</a:t>
            </a:r>
          </a:p>
          <a:p>
            <a:r>
              <a:rPr lang="ru-RU" sz="2000" dirty="0"/>
              <a:t>Предназначен для аудитории любого возраста и пола</a:t>
            </a:r>
          </a:p>
        </p:txBody>
      </p:sp>
      <p:pic>
        <p:nvPicPr>
          <p:cNvPr id="4" name="Объект 4">
            <a:extLst>
              <a:ext uri="{FF2B5EF4-FFF2-40B4-BE49-F238E27FC236}">
                <a16:creationId xmlns:a16="http://schemas.microsoft.com/office/drawing/2014/main" id="{8DDF168D-2AD0-365C-EA9A-F45E1063EA8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75338" y="1087019"/>
            <a:ext cx="4683961" cy="46839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96573517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491CBB2-CDB6-7710-CE1B-E8C7CFBF4FC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Оформление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74DE9966-C19A-AF5D-8E79-6C1DE2B8A6F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916278391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Объект 5">
            <a:extLst>
              <a:ext uri="{FF2B5EF4-FFF2-40B4-BE49-F238E27FC236}">
                <a16:creationId xmlns:a16="http://schemas.microsoft.com/office/drawing/2014/main" id="{ABEA323E-CC2B-6450-528F-2937E169A6C8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2"/>
          <a:stretch>
            <a:fillRect/>
          </a:stretch>
        </p:blipFill>
        <p:spPr>
          <a:xfrm>
            <a:off x="2893958" y="1358063"/>
            <a:ext cx="6404083" cy="1067347"/>
          </a:xfrm>
        </p:spPr>
      </p:pic>
      <p:sp>
        <p:nvSpPr>
          <p:cNvPr id="4" name="Объект 3">
            <a:extLst>
              <a:ext uri="{FF2B5EF4-FFF2-40B4-BE49-F238E27FC236}">
                <a16:creationId xmlns:a16="http://schemas.microsoft.com/office/drawing/2014/main" id="{E762B2ED-4AAF-B5A6-334E-F40B50F5D4B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518862" y="3184116"/>
            <a:ext cx="4754880" cy="559057"/>
          </a:xfrm>
        </p:spPr>
        <p:txBody>
          <a:bodyPr>
            <a:normAutofit/>
          </a:bodyPr>
          <a:lstStyle/>
          <a:p>
            <a:pPr marL="0" indent="0" algn="ctr">
              <a:buNone/>
            </a:pPr>
            <a:r>
              <a:rPr lang="en-US" sz="2000" dirty="0"/>
              <a:t>Roboto</a:t>
            </a:r>
            <a:endParaRPr lang="ru-RU" sz="2000" dirty="0"/>
          </a:p>
        </p:txBody>
      </p:sp>
      <p:pic>
        <p:nvPicPr>
          <p:cNvPr id="8" name="Рисунок 7">
            <a:extLst>
              <a:ext uri="{FF2B5EF4-FFF2-40B4-BE49-F238E27FC236}">
                <a16:creationId xmlns:a16="http://schemas.microsoft.com/office/drawing/2014/main" id="{7272DB6B-D962-6C30-2E99-8427C8A3EF0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69334" y="3757443"/>
            <a:ext cx="4453937" cy="1976067"/>
          </a:xfrm>
          <a:prstGeom prst="rect">
            <a:avLst/>
          </a:prstGeom>
        </p:spPr>
      </p:pic>
      <p:sp>
        <p:nvSpPr>
          <p:cNvPr id="11" name="Объект 3">
            <a:extLst>
              <a:ext uri="{FF2B5EF4-FFF2-40B4-BE49-F238E27FC236}">
                <a16:creationId xmlns:a16="http://schemas.microsoft.com/office/drawing/2014/main" id="{44FD1ADD-8D86-92BE-D8A9-7EDF813869D5}"/>
              </a:ext>
            </a:extLst>
          </p:cNvPr>
          <p:cNvSpPr txBox="1">
            <a:spLocks/>
          </p:cNvSpPr>
          <p:nvPr/>
        </p:nvSpPr>
        <p:spPr>
          <a:xfrm>
            <a:off x="1183456" y="3184116"/>
            <a:ext cx="4130981" cy="412818"/>
          </a:xfrm>
          <a:prstGeom prst="rect">
            <a:avLst/>
          </a:prstGeom>
        </p:spPr>
        <p:txBody>
          <a:bodyPr vert="horz" lIns="91440" tIns="45720" rIns="91440" bIns="45720" rtlCol="0">
            <a:normAutofit fontScale="92500" lnSpcReduction="10000"/>
          </a:bodyPr>
          <a:lstStyle>
            <a:lvl1pPr marL="182880" indent="-182880" algn="l" defTabSz="914400" rtl="0" eaLnBrk="1" latinLnBrk="0" hangingPunct="1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Clr>
                <a:schemeClr val="tx2">
                  <a:lumMod val="60000"/>
                  <a:lumOff val="40000"/>
                </a:schemeClr>
              </a:buClr>
              <a:buFont typeface="Arial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-18288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Clr>
                <a:schemeClr val="tx2">
                  <a:lumMod val="60000"/>
                  <a:lumOff val="40000"/>
                </a:schemeClr>
              </a:buClr>
              <a:buFont typeface="Arial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731520" indent="-18288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Clr>
                <a:schemeClr val="tx2">
                  <a:lumMod val="60000"/>
                  <a:lumOff val="40000"/>
                </a:schemeClr>
              </a:buClr>
              <a:buFont typeface="Arial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05840" indent="-18288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Clr>
                <a:schemeClr val="tx2">
                  <a:lumMod val="60000"/>
                  <a:lumOff val="40000"/>
                </a:schemeClr>
              </a:buClr>
              <a:buFont typeface="Arial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280160" indent="-18288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Clr>
                <a:schemeClr val="tx2">
                  <a:lumMod val="60000"/>
                  <a:lumOff val="40000"/>
                </a:schemeClr>
              </a:buClr>
              <a:buFont typeface="Arial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6000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Clr>
                <a:schemeClr val="tx2">
                  <a:lumMod val="60000"/>
                  <a:lumOff val="40000"/>
                </a:schemeClr>
              </a:buClr>
              <a:buFont typeface="Arial" pitchFamily="34" charset="0"/>
              <a:buChar char="•"/>
              <a:defRPr sz="14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6pPr>
            <a:lvl7pPr marL="19000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Clr>
                <a:schemeClr val="tx2">
                  <a:lumMod val="60000"/>
                  <a:lumOff val="40000"/>
                </a:schemeClr>
              </a:buClr>
              <a:buFont typeface="Arial" pitchFamily="34" charset="0"/>
              <a:buChar char="•"/>
              <a:defRPr sz="14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7pPr>
            <a:lvl8pPr marL="22000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Clr>
                <a:schemeClr val="tx2">
                  <a:lumMod val="60000"/>
                  <a:lumOff val="40000"/>
                </a:schemeClr>
              </a:buClr>
              <a:buFont typeface="Arial" pitchFamily="34" charset="0"/>
              <a:buChar char="•"/>
              <a:defRPr sz="14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8pPr>
            <a:lvl9pPr marL="25000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Clr>
                <a:schemeClr val="tx2">
                  <a:lumMod val="60000"/>
                  <a:lumOff val="40000"/>
                </a:schemeClr>
              </a:buClr>
              <a:buFont typeface="Arial" pitchFamily="34" charset="0"/>
              <a:buChar char="•"/>
              <a:defRPr sz="14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 fontAlgn="base">
              <a:buNone/>
            </a:pPr>
            <a:r>
              <a:rPr lang="en-US" sz="2400" b="0" dirty="0" err="1">
                <a:solidFill>
                  <a:srgbClr val="E8EAED"/>
                </a:solidFill>
                <a:effectLst/>
                <a:latin typeface="Google Sans"/>
              </a:rPr>
              <a:t>Raleway</a:t>
            </a:r>
            <a:endParaRPr lang="en-US" sz="2400" b="0" dirty="0">
              <a:solidFill>
                <a:srgbClr val="E8EAED"/>
              </a:solidFill>
              <a:effectLst/>
              <a:latin typeface="Google Sans"/>
            </a:endParaRPr>
          </a:p>
        </p:txBody>
      </p:sp>
      <p:pic>
        <p:nvPicPr>
          <p:cNvPr id="13" name="Рисунок 12">
            <a:extLst>
              <a:ext uri="{FF2B5EF4-FFF2-40B4-BE49-F238E27FC236}">
                <a16:creationId xmlns:a16="http://schemas.microsoft.com/office/drawing/2014/main" id="{F374A6B2-76E5-B21B-E343-E30C2358C77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19878" y="3767163"/>
            <a:ext cx="5058139" cy="19676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90423463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E987975-A669-4A43-478A-321DC02AB48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реализация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81DEA682-1B5F-9B9C-C05A-A995D0A9082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482754533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250E01DF-31A9-C234-7385-C3D22F90876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1838" y="509286"/>
            <a:ext cx="2794106" cy="3997560"/>
          </a:xfrm>
          <a:prstGeom prst="rect">
            <a:avLst/>
          </a:prstGeom>
        </p:spPr>
      </p:pic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38769DD0-E254-72C2-5509-2D8652FF3A27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4352"/>
          <a:stretch/>
        </p:blipFill>
        <p:spPr>
          <a:xfrm>
            <a:off x="3391383" y="2854467"/>
            <a:ext cx="2338085" cy="3494247"/>
          </a:xfrm>
          <a:prstGeom prst="rect">
            <a:avLst/>
          </a:prstGeom>
        </p:spPr>
      </p:pic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9CE91E68-DB9D-AA48-D313-6009FD4C62C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43232" y="478060"/>
            <a:ext cx="1302061" cy="1587773"/>
          </a:xfrm>
          <a:prstGeom prst="rect">
            <a:avLst/>
          </a:prstGeom>
        </p:spPr>
      </p:pic>
      <p:pic>
        <p:nvPicPr>
          <p:cNvPr id="9" name="Рисунок 8">
            <a:extLst>
              <a:ext uri="{FF2B5EF4-FFF2-40B4-BE49-F238E27FC236}">
                <a16:creationId xmlns:a16="http://schemas.microsoft.com/office/drawing/2014/main" id="{603EB3AB-9F80-7E3D-85AA-3F542C23169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507579" y="5690545"/>
            <a:ext cx="1203581" cy="380514"/>
          </a:xfrm>
          <a:prstGeom prst="rect">
            <a:avLst/>
          </a:prstGeom>
        </p:spPr>
      </p:pic>
      <p:pic>
        <p:nvPicPr>
          <p:cNvPr id="11" name="Рисунок 10">
            <a:extLst>
              <a:ext uri="{FF2B5EF4-FFF2-40B4-BE49-F238E27FC236}">
                <a16:creationId xmlns:a16="http://schemas.microsoft.com/office/drawing/2014/main" id="{95E28CB0-89C1-8117-830A-31BD32DA0F86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509133" y="3838983"/>
            <a:ext cx="1203581" cy="1865858"/>
          </a:xfrm>
          <a:prstGeom prst="rect">
            <a:avLst/>
          </a:prstGeom>
        </p:spPr>
      </p:pic>
      <p:pic>
        <p:nvPicPr>
          <p:cNvPr id="13" name="Рисунок 12">
            <a:extLst>
              <a:ext uri="{FF2B5EF4-FFF2-40B4-BE49-F238E27FC236}">
                <a16:creationId xmlns:a16="http://schemas.microsoft.com/office/drawing/2014/main" id="{126322A9-0D48-60CD-155B-697B2D8DB494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507579" y="2065833"/>
            <a:ext cx="1205987" cy="1773149"/>
          </a:xfrm>
          <a:prstGeom prst="rect">
            <a:avLst/>
          </a:prstGeom>
        </p:spPr>
      </p:pic>
      <p:pic>
        <p:nvPicPr>
          <p:cNvPr id="15" name="Рисунок 14">
            <a:extLst>
              <a:ext uri="{FF2B5EF4-FFF2-40B4-BE49-F238E27FC236}">
                <a16:creationId xmlns:a16="http://schemas.microsoft.com/office/drawing/2014/main" id="{2D0D9023-461D-56F1-FBF1-D58354E10114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507579" y="563961"/>
            <a:ext cx="1205987" cy="1501872"/>
          </a:xfrm>
          <a:prstGeom prst="rect">
            <a:avLst/>
          </a:prstGeom>
        </p:spPr>
      </p:pic>
      <p:pic>
        <p:nvPicPr>
          <p:cNvPr id="17" name="Рисунок 16">
            <a:extLst>
              <a:ext uri="{FF2B5EF4-FFF2-40B4-BE49-F238E27FC236}">
                <a16:creationId xmlns:a16="http://schemas.microsoft.com/office/drawing/2014/main" id="{E57F6DCB-DCC2-32BB-DFE6-79BB22BA4B5B}"/>
              </a:ext>
            </a:extLst>
          </p:cNvPr>
          <p:cNvPicPr>
            <a:picLocks noChangeAspect="1"/>
          </p:cNvPicPr>
          <p:nvPr/>
        </p:nvPicPr>
        <p:blipFill rotWithShape="1">
          <a:blip r:embed="rId9"/>
          <a:srcRect t="1" b="6887"/>
          <a:stretch/>
        </p:blipFill>
        <p:spPr>
          <a:xfrm>
            <a:off x="6943232" y="4947447"/>
            <a:ext cx="1302061" cy="1486195"/>
          </a:xfrm>
          <a:prstGeom prst="rect">
            <a:avLst/>
          </a:prstGeom>
        </p:spPr>
      </p:pic>
      <p:pic>
        <p:nvPicPr>
          <p:cNvPr id="23" name="Рисунок 22">
            <a:extLst>
              <a:ext uri="{FF2B5EF4-FFF2-40B4-BE49-F238E27FC236}">
                <a16:creationId xmlns:a16="http://schemas.microsoft.com/office/drawing/2014/main" id="{DDB466AC-572F-FCA8-E14C-2BCCFF9171AA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943232" y="2050156"/>
            <a:ext cx="1302061" cy="1501872"/>
          </a:xfrm>
          <a:prstGeom prst="rect">
            <a:avLst/>
          </a:prstGeom>
        </p:spPr>
      </p:pic>
      <p:pic>
        <p:nvPicPr>
          <p:cNvPr id="24" name="Рисунок 23">
            <a:extLst>
              <a:ext uri="{FF2B5EF4-FFF2-40B4-BE49-F238E27FC236}">
                <a16:creationId xmlns:a16="http://schemas.microsoft.com/office/drawing/2014/main" id="{FE9F9481-4A6B-DE80-53FA-F6F37016736B}"/>
              </a:ext>
            </a:extLst>
          </p:cNvPr>
          <p:cNvPicPr>
            <a:picLocks noChangeAspect="1"/>
          </p:cNvPicPr>
          <p:nvPr/>
        </p:nvPicPr>
        <p:blipFill rotWithShape="1">
          <a:blip r:embed="rId10"/>
          <a:srcRect t="7088"/>
          <a:stretch/>
        </p:blipFill>
        <p:spPr>
          <a:xfrm>
            <a:off x="6943232" y="3552028"/>
            <a:ext cx="1302061" cy="13954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66106127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D34E5BD-6F8E-35BA-D5F5-C9EC03E389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847E0794-5FFD-E517-1C1D-853CE405360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ru-RU" sz="2500" dirty="0"/>
              <a:t>Препроцессоры </a:t>
            </a:r>
          </a:p>
          <a:p>
            <a:r>
              <a:rPr lang="ru-RU" sz="2500" dirty="0"/>
              <a:t>Библиотека </a:t>
            </a:r>
            <a:r>
              <a:rPr lang="en-US" sz="2500" dirty="0"/>
              <a:t>Bootstrap</a:t>
            </a:r>
            <a:endParaRPr lang="ru-RU" sz="2500" dirty="0"/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FA4F4E50-6957-08D1-4872-D971CEC6D03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146047" y="1188720"/>
            <a:ext cx="3194372" cy="319437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>
            <a:extLst>
              <a:ext uri="{FF2B5EF4-FFF2-40B4-BE49-F238E27FC236}">
                <a16:creationId xmlns:a16="http://schemas.microsoft.com/office/drawing/2014/main" id="{433BABBD-BCF0-2223-CFF3-A9B551C99927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8861" t="26259" r="30221" b="24667"/>
          <a:stretch/>
        </p:blipFill>
        <p:spPr bwMode="auto">
          <a:xfrm>
            <a:off x="2972163" y="3383279"/>
            <a:ext cx="4988688" cy="274068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650429127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298EE808-4DC9-1F88-D19A-54EB81F33C2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 sz="2500" dirty="0"/>
              <a:t>Организация файлов проекта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4BB2C034-C233-7BC3-6574-DB17916210F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336BA215-DB1A-6131-13D6-D67F0A40C1D4}"/>
              </a:ext>
            </a:extLst>
          </p:cNvPr>
          <p:cNvSpPr>
            <a:spLocks noGrp="1"/>
          </p:cNvSpPr>
          <p:nvPr>
            <p:ph type="body" sz="half" idx="2"/>
          </p:nvPr>
        </p:nvSpPr>
        <p:spPr/>
        <p:txBody>
          <a:bodyPr/>
          <a:lstStyle/>
          <a:p>
            <a:endParaRPr lang="ru-RU"/>
          </a:p>
        </p:txBody>
      </p:sp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FBBF2724-965B-6D1C-82D7-6D7BCA7A042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89457" y="1465751"/>
            <a:ext cx="7365085" cy="39264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88529650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Савон">
  <a:themeElements>
    <a:clrScheme name="Savon">
      <a:dk1>
        <a:sysClr val="windowText" lastClr="000000"/>
      </a:dk1>
      <a:lt1>
        <a:sysClr val="window" lastClr="FFFFFF"/>
      </a:lt1>
      <a:dk2>
        <a:srgbClr val="455F51"/>
      </a:dk2>
      <a:lt2>
        <a:srgbClr val="E3DED1"/>
      </a:lt2>
      <a:accent1>
        <a:srgbClr val="549E39"/>
      </a:accent1>
      <a:accent2>
        <a:srgbClr val="8AB833"/>
      </a:accent2>
      <a:accent3>
        <a:srgbClr val="C0CF3A"/>
      </a:accent3>
      <a:accent4>
        <a:srgbClr val="029676"/>
      </a:accent4>
      <a:accent5>
        <a:srgbClr val="4AB5C4"/>
      </a:accent5>
      <a:accent6>
        <a:srgbClr val="0989B1"/>
      </a:accent6>
      <a:hlink>
        <a:srgbClr val="6B9F25"/>
      </a:hlink>
      <a:folHlink>
        <a:srgbClr val="B26B02"/>
      </a:folHlink>
    </a:clrScheme>
    <a:fontScheme name="Savon">
      <a:majorFont>
        <a:latin typeface="Century Gothic" panose="020B05020202020202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Savon">
      <a:fillStyleLst>
        <a:solidFill>
          <a:schemeClr val="phClr"/>
        </a:solidFill>
        <a:gradFill rotWithShape="1">
          <a:gsLst>
            <a:gs pos="0">
              <a:schemeClr val="phClr">
                <a:tint val="60000"/>
                <a:satMod val="105000"/>
                <a:lumMod val="105000"/>
              </a:schemeClr>
            </a:gs>
            <a:gs pos="100000">
              <a:schemeClr val="phClr">
                <a:tint val="65000"/>
                <a:satMod val="100000"/>
                <a:lumMod val="100000"/>
              </a:schemeClr>
            </a:gs>
            <a:gs pos="100000">
              <a:schemeClr val="phClr">
                <a:tint val="70000"/>
                <a:satMod val="100000"/>
                <a:lum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0000"/>
                <a:lumMod val="100000"/>
              </a:schemeClr>
            </a:gs>
            <a:gs pos="50000">
              <a:schemeClr val="phClr">
                <a:shade val="99000"/>
                <a:satMod val="105000"/>
                <a:lumMod val="100000"/>
              </a:schemeClr>
            </a:gs>
            <a:gs pos="100000">
              <a:schemeClr val="phClr">
                <a:shade val="98000"/>
                <a:satMod val="105000"/>
                <a:lumMod val="100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12700" dir="5400000" algn="ctr" rotWithShape="0">
              <a:srgbClr val="000000">
                <a:alpha val="63000"/>
              </a:srgbClr>
            </a:outerShdw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  <a:scene3d>
            <a:camera prst="orthographicFront">
              <a:rot lat="0" lon="0" rev="0"/>
            </a:camera>
            <a:lightRig rig="flat" dir="tl">
              <a:rot lat="0" lon="0" rev="4200000"/>
            </a:lightRig>
          </a:scene3d>
          <a:sp3d prstMaterial="flat">
            <a:bevelT w="50800" h="63500" prst="riblet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80000"/>
                <a:shade val="100000"/>
                <a:satMod val="300000"/>
              </a:schemeClr>
            </a:gs>
            <a:gs pos="100000">
              <a:schemeClr val="phClr">
                <a:tint val="100000"/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tint val="95000"/>
              </a:schemeClr>
              <a:schemeClr val="phClr">
                <a:shade val="92000"/>
                <a:satMod val="115000"/>
              </a:schemeClr>
            </a:duotone>
          </a:blip>
          <a:tile tx="0" ty="0" sx="60000" sy="60000" flip="none" algn="tl"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Savon" id="{1306E473-ED32-493B-A2D0-240A757EDD34}" vid="{6728D11B-929E-4324-91B0-4A4DA4CAC3DD}"/>
    </a:ext>
  </a:extLst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11" ma:contentTypeDescription="Create a new document." ma:contentTypeScope="" ma:versionID="1c2eb7a32e66fb6e4260f3771546a5e2">
  <xsd:schema xmlns:xsd="http://www.w3.org/2001/XMLSchema" xmlns:xs="http://www.w3.org/2001/XMLSchema" xmlns:p="http://schemas.microsoft.com/office/2006/metadata/properties" xmlns:ns2="71af3243-3dd4-4a8d-8c0d-dd76da1f02a5" xmlns:ns3="16c05727-aa75-4e4a-9b5f-8a80a1165891" targetNamespace="http://schemas.microsoft.com/office/2006/metadata/properties" ma:root="true" ma:fieldsID="04e1f6479c48b08974ba73b5ca973489" ns2:_="" ns3:_="">
    <xsd:import namespace="71af3243-3dd4-4a8d-8c0d-dd76da1f02a5"/>
    <xsd:import namespace="16c05727-aa75-4e4a-9b5f-8a80a1165891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internalName="MediaServiceOCR" ma:readOnly="true">
      <xsd:simpleType>
        <xsd:restriction base="dms:Note">
          <xsd:maxLength value="255"/>
        </xsd:restriction>
      </xsd:simpleType>
    </xsd:element>
    <xsd:element name="MediaServiceAutoTags" ma:index="11" nillable="true" ma:displayName="MediaServiceAutoTags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internalName="MediaServiceKeyPoints" ma:readOnly="false">
      <xsd:simpleType>
        <xsd:restriction base="dms:Note">
          <xsd:maxLength value="255"/>
        </xsd:restriction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MediaServiceKeyPoints xmlns="71af3243-3dd4-4a8d-8c0d-dd76da1f02a5" xsi:nil="true"/>
  </documentManagement>
</p:properties>
</file>

<file path=customXml/itemProps1.xml><?xml version="1.0" encoding="utf-8"?>
<ds:datastoreItem xmlns:ds="http://schemas.openxmlformats.org/officeDocument/2006/customXml" ds:itemID="{4CC21C94-EC06-4610-B8F0-A456DD28CDEC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71af3243-3dd4-4a8d-8c0d-dd76da1f02a5"/>
    <ds:schemaRef ds:uri="16c05727-aa75-4e4a-9b5f-8a80a1165891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75D6F7AD-09FB-47AB-B353-D1D83850E3A3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12C0DB4D-BE53-4100-8A0D-CEFB2E482820}">
  <ds:schemaRefs>
    <ds:schemaRef ds:uri="http://schemas.microsoft.com/office/2006/metadata/properties"/>
    <ds:schemaRef ds:uri="http://schemas.microsoft.com/office/infopath/2007/PartnerControls"/>
    <ds:schemaRef ds:uri="71af3243-3dd4-4a8d-8c0d-dd76da1f02a5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Оформление «Сад Савон»</Template>
  <TotalTime>172</TotalTime>
  <Words>31</Words>
  <Application>Microsoft Office PowerPoint</Application>
  <PresentationFormat>Широкоэкранный</PresentationFormat>
  <Paragraphs>13</Paragraphs>
  <Slides>9</Slides>
  <Notes>1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4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9</vt:i4>
      </vt:variant>
    </vt:vector>
  </HeadingPairs>
  <TitlesOfParts>
    <vt:vector size="14" baseType="lpstr">
      <vt:lpstr>Arial</vt:lpstr>
      <vt:lpstr>Calibri</vt:lpstr>
      <vt:lpstr>Century Gothic</vt:lpstr>
      <vt:lpstr>Google Sans</vt:lpstr>
      <vt:lpstr>Савон</vt:lpstr>
      <vt:lpstr>Арт студия</vt:lpstr>
      <vt:lpstr>Идея проекта </vt:lpstr>
      <vt:lpstr>Презентация PowerPoint</vt:lpstr>
      <vt:lpstr>Оформление</vt:lpstr>
      <vt:lpstr>Презентация PowerPoint</vt:lpstr>
      <vt:lpstr>реализация</vt:lpstr>
      <vt:lpstr>Презентация PowerPoint</vt:lpstr>
      <vt:lpstr>Презентация PowerPoint</vt:lpstr>
      <vt:lpstr>Организация файлов проекта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Арт студия</dc:title>
  <dc:creator>Наталья Зуева</dc:creator>
  <cp:lastModifiedBy>Наталья Зуева</cp:lastModifiedBy>
  <cp:revision>2</cp:revision>
  <dcterms:created xsi:type="dcterms:W3CDTF">2022-05-30T22:20:57Z</dcterms:created>
  <dcterms:modified xsi:type="dcterms:W3CDTF">2022-05-31T01:13:18Z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</Properties>
</file>